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Century Gothic"/>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E87956-765A-4DDB-B8C3-DE713B56A6EE}">
  <a:tblStyle styleId="{A0E87956-765A-4DDB-B8C3-DE713B56A6E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A0025E8-6266-4F68-BC92-D62AD6DC3BD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CenturyGothic-bold.fntdata"/><Relationship Id="rId27" Type="http://schemas.openxmlformats.org/officeDocument/2006/relationships/font" Target="fonts/CenturyGothic-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CenturyGothic-italic.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CenturyGothic-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72c74490e_2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3f72c74490e_2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72c74490e_2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f72c74490e_2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72c74490e_2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f72c74490e_2_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72c74490e_2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f72c74490e_2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72c74490e_2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g3f72c74490e_2_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72c74490e_2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g3f72c74490e_2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72c74490e_2_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3f72c74490e_2_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72c74490e_2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3f72c74490e_2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72c74490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f72c74490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72c7449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f72c7449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72c74490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72c74490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72c74490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f72c74490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72c74490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f72c74490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72c74490e_2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f72c74490e_2_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72c74490e_2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g3f72c74490e_2_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72c74490e_2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g3f72c74490e_2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72c74490e_2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3f72c74490e_2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72c74490e_2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3f72c74490e_2_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72c74490e_2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f72c74490e_2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pic>
        <p:nvPicPr>
          <p:cNvPr descr="C0-HD-BTM.png" id="58" name="Google Shape;58;p14"/>
          <p:cNvPicPr preferRelativeResize="0"/>
          <p:nvPr/>
        </p:nvPicPr>
        <p:blipFill rotWithShape="1">
          <a:blip r:embed="rId2">
            <a:alphaModFix/>
          </a:blip>
          <a:srcRect b="0" l="0" r="0" t="0"/>
          <a:stretch/>
        </p:blipFill>
        <p:spPr>
          <a:xfrm>
            <a:off x="0" y="3281363"/>
            <a:ext cx="9144000" cy="1862138"/>
          </a:xfrm>
          <a:prstGeom prst="rect">
            <a:avLst/>
          </a:prstGeom>
          <a:noFill/>
          <a:ln>
            <a:noFill/>
          </a:ln>
        </p:spPr>
      </p:pic>
      <p:sp>
        <p:nvSpPr>
          <p:cNvPr id="59" name="Google Shape;59;p14"/>
          <p:cNvSpPr txBox="1"/>
          <p:nvPr>
            <p:ph type="ctrTitle"/>
          </p:nvPr>
        </p:nvSpPr>
        <p:spPr>
          <a:xfrm>
            <a:off x="1028700" y="1352554"/>
            <a:ext cx="7086600" cy="1368822"/>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4500"/>
              <a:buFont typeface="Century Gothic"/>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p:nvPr>
            <p:ph idx="1" type="subTitle"/>
          </p:nvPr>
        </p:nvSpPr>
        <p:spPr>
          <a:xfrm>
            <a:off x="1028700" y="2724151"/>
            <a:ext cx="7086600" cy="51435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lt1"/>
              </a:buClr>
              <a:buSzPts val="1500"/>
              <a:buNone/>
              <a:defRPr sz="1500"/>
            </a:lvl1pPr>
            <a:lvl2pPr lvl="1" algn="ctr">
              <a:lnSpc>
                <a:spcPct val="90000"/>
              </a:lnSpc>
              <a:spcBef>
                <a:spcPts val="400"/>
              </a:spcBef>
              <a:spcAft>
                <a:spcPts val="0"/>
              </a:spcAft>
              <a:buClr>
                <a:schemeClr val="lt1"/>
              </a:buClr>
              <a:buSzPts val="1500"/>
              <a:buNone/>
              <a:defRPr sz="1500"/>
            </a:lvl2pPr>
            <a:lvl3pPr lvl="2" algn="ctr">
              <a:lnSpc>
                <a:spcPct val="90000"/>
              </a:lnSpc>
              <a:spcBef>
                <a:spcPts val="400"/>
              </a:spcBef>
              <a:spcAft>
                <a:spcPts val="0"/>
              </a:spcAft>
              <a:buClr>
                <a:schemeClr val="lt1"/>
              </a:buClr>
              <a:buSzPts val="1400"/>
              <a:buNone/>
              <a:defRPr sz="1400"/>
            </a:lvl3pPr>
            <a:lvl4pPr lvl="3" algn="ctr">
              <a:lnSpc>
                <a:spcPct val="90000"/>
              </a:lnSpc>
              <a:spcBef>
                <a:spcPts val="400"/>
              </a:spcBef>
              <a:spcAft>
                <a:spcPts val="0"/>
              </a:spcAft>
              <a:buClr>
                <a:schemeClr val="lt1"/>
              </a:buClr>
              <a:buSzPts val="1200"/>
              <a:buNone/>
              <a:defRPr sz="1200"/>
            </a:lvl4pPr>
            <a:lvl5pPr lvl="4" algn="ctr">
              <a:lnSpc>
                <a:spcPct val="90000"/>
              </a:lnSpc>
              <a:spcBef>
                <a:spcPts val="4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p:txBody>
      </p:sp>
      <p:sp>
        <p:nvSpPr>
          <p:cNvPr id="61" name="Google Shape;61;p14"/>
          <p:cNvSpPr txBox="1"/>
          <p:nvPr>
            <p:ph idx="10" type="dt"/>
          </p:nvPr>
        </p:nvSpPr>
        <p:spPr>
          <a:xfrm>
            <a:off x="5932171" y="3235746"/>
            <a:ext cx="2183130" cy="280982"/>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4"/>
          <p:cNvSpPr txBox="1"/>
          <p:nvPr>
            <p:ph idx="11" type="ftr"/>
          </p:nvPr>
        </p:nvSpPr>
        <p:spPr>
          <a:xfrm>
            <a:off x="1028700" y="3242884"/>
            <a:ext cx="4800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4"/>
          <p:cNvSpPr txBox="1"/>
          <p:nvPr>
            <p:ph idx="12" type="sldNum"/>
          </p:nvPr>
        </p:nvSpPr>
        <p:spPr>
          <a:xfrm>
            <a:off x="6057900" y="10731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 name="Shape 64"/>
        <p:cNvGrpSpPr/>
        <p:nvPr/>
      </p:nvGrpSpPr>
      <p:grpSpPr>
        <a:xfrm>
          <a:off x="0" y="0"/>
          <a:ext cx="0" cy="0"/>
          <a:chOff x="0" y="0"/>
          <a:chExt cx="0" cy="0"/>
        </a:xfrm>
      </p:grpSpPr>
      <p:sp>
        <p:nvSpPr>
          <p:cNvPr id="65" name="Google Shape;65;p15"/>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lvl1pPr lvl="0" algn="r">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 type="body"/>
          </p:nvPr>
        </p:nvSpPr>
        <p:spPr>
          <a:xfrm>
            <a:off x="514350" y="1645920"/>
            <a:ext cx="8115300" cy="301809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67" name="Google Shape;67;p15"/>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5"/>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5"/>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70" name="Shape 70"/>
        <p:cNvGrpSpPr/>
        <p:nvPr/>
      </p:nvGrpSpPr>
      <p:grpSpPr>
        <a:xfrm>
          <a:off x="0" y="0"/>
          <a:ext cx="0" cy="0"/>
          <a:chOff x="0" y="0"/>
          <a:chExt cx="0" cy="0"/>
        </a:xfrm>
      </p:grpSpPr>
      <p:pic>
        <p:nvPicPr>
          <p:cNvPr descr="C0-HD-BTM.png" id="71" name="Google Shape;71;p16"/>
          <p:cNvPicPr preferRelativeResize="0"/>
          <p:nvPr/>
        </p:nvPicPr>
        <p:blipFill rotWithShape="1">
          <a:blip r:embed="rId2">
            <a:alphaModFix/>
          </a:blip>
          <a:srcRect b="0" l="0" r="0" t="0"/>
          <a:stretch/>
        </p:blipFill>
        <p:spPr>
          <a:xfrm>
            <a:off x="0" y="3281363"/>
            <a:ext cx="9144000" cy="1862138"/>
          </a:xfrm>
          <a:prstGeom prst="rect">
            <a:avLst/>
          </a:prstGeom>
          <a:noFill/>
          <a:ln>
            <a:noFill/>
          </a:ln>
        </p:spPr>
      </p:pic>
      <p:sp>
        <p:nvSpPr>
          <p:cNvPr id="72" name="Google Shape;72;p16"/>
          <p:cNvSpPr txBox="1"/>
          <p:nvPr>
            <p:ph type="title"/>
          </p:nvPr>
        </p:nvSpPr>
        <p:spPr>
          <a:xfrm>
            <a:off x="514350" y="565150"/>
            <a:ext cx="8115299" cy="2101451"/>
          </a:xfrm>
          <a:prstGeom prst="rect">
            <a:avLst/>
          </a:prstGeom>
          <a:noFill/>
          <a:ln>
            <a:noFill/>
          </a:ln>
        </p:spPr>
        <p:txBody>
          <a:bodyPr anchorCtr="0" anchor="b" bIns="34275" lIns="68575" spcFirstLastPara="1" rIns="68575" wrap="square" tIns="34275">
            <a:normAutofit/>
          </a:bodyPr>
          <a:lstStyle>
            <a:lvl1pPr lvl="0" algn="r">
              <a:lnSpc>
                <a:spcPct val="90000"/>
              </a:lnSpc>
              <a:spcBef>
                <a:spcPts val="0"/>
              </a:spcBef>
              <a:spcAft>
                <a:spcPts val="0"/>
              </a:spcAft>
              <a:buClr>
                <a:schemeClr val="lt1"/>
              </a:buClr>
              <a:buSzPts val="3000"/>
              <a:buFont typeface="Century Gothic"/>
              <a:buNone/>
              <a:defRPr sz="3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1" type="body"/>
          </p:nvPr>
        </p:nvSpPr>
        <p:spPr>
          <a:xfrm>
            <a:off x="768350" y="2731294"/>
            <a:ext cx="7867650" cy="716756"/>
          </a:xfrm>
          <a:prstGeom prst="rect">
            <a:avLst/>
          </a:prstGeom>
          <a:noFill/>
          <a:ln>
            <a:noFill/>
          </a:ln>
        </p:spPr>
        <p:txBody>
          <a:bodyPr anchorCtr="0" anchor="t" bIns="34275" lIns="68575" spcFirstLastPara="1" rIns="68575" wrap="square" tIns="34275">
            <a:normAutofit/>
          </a:bodyPr>
          <a:lstStyle>
            <a:lvl1pPr indent="-228600" lvl="0" marL="457200" algn="r">
              <a:lnSpc>
                <a:spcPct val="90000"/>
              </a:lnSpc>
              <a:spcBef>
                <a:spcPts val="800"/>
              </a:spcBef>
              <a:spcAft>
                <a:spcPts val="0"/>
              </a:spcAft>
              <a:buClr>
                <a:schemeClr val="lt1"/>
              </a:buClr>
              <a:buSzPts val="1700"/>
              <a:buNone/>
              <a:defRPr sz="1700">
                <a:solidFill>
                  <a:schemeClr val="lt1"/>
                </a:solidFill>
              </a:defRPr>
            </a:lvl1pPr>
            <a:lvl2pPr indent="-228600" lvl="1" marL="914400" algn="l">
              <a:lnSpc>
                <a:spcPct val="90000"/>
              </a:lnSpc>
              <a:spcBef>
                <a:spcPts val="400"/>
              </a:spcBef>
              <a:spcAft>
                <a:spcPts val="0"/>
              </a:spcAft>
              <a:buClr>
                <a:schemeClr val="lt1"/>
              </a:buClr>
              <a:buSzPts val="1500"/>
              <a:buNone/>
              <a:defRPr sz="1500">
                <a:solidFill>
                  <a:schemeClr val="lt1"/>
                </a:solidFill>
              </a:defRPr>
            </a:lvl2pPr>
            <a:lvl3pPr indent="-228600" lvl="2" marL="1371600" algn="l">
              <a:lnSpc>
                <a:spcPct val="90000"/>
              </a:lnSpc>
              <a:spcBef>
                <a:spcPts val="400"/>
              </a:spcBef>
              <a:spcAft>
                <a:spcPts val="0"/>
              </a:spcAft>
              <a:buClr>
                <a:schemeClr val="lt1"/>
              </a:buClr>
              <a:buSzPts val="1400"/>
              <a:buNone/>
              <a:defRPr sz="14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228600" lvl="5" marL="2743200" algn="l">
              <a:lnSpc>
                <a:spcPct val="90000"/>
              </a:lnSpc>
              <a:spcBef>
                <a:spcPts val="400"/>
              </a:spcBef>
              <a:spcAft>
                <a:spcPts val="0"/>
              </a:spcAft>
              <a:buClr>
                <a:schemeClr val="lt1"/>
              </a:buClr>
              <a:buSzPts val="1200"/>
              <a:buNone/>
              <a:defRPr sz="1200">
                <a:solidFill>
                  <a:schemeClr val="lt1"/>
                </a:solidFill>
              </a:defRPr>
            </a:lvl6pPr>
            <a:lvl7pPr indent="-228600" lvl="6" marL="3200400" algn="l">
              <a:lnSpc>
                <a:spcPct val="90000"/>
              </a:lnSpc>
              <a:spcBef>
                <a:spcPts val="400"/>
              </a:spcBef>
              <a:spcAft>
                <a:spcPts val="0"/>
              </a:spcAft>
              <a:buClr>
                <a:schemeClr val="lt1"/>
              </a:buClr>
              <a:buSzPts val="1200"/>
              <a:buNone/>
              <a:defRPr sz="1200">
                <a:solidFill>
                  <a:schemeClr val="lt1"/>
                </a:solidFill>
              </a:defRPr>
            </a:lvl7pPr>
            <a:lvl8pPr indent="-228600" lvl="7" marL="3657600" algn="l">
              <a:lnSpc>
                <a:spcPct val="90000"/>
              </a:lnSpc>
              <a:spcBef>
                <a:spcPts val="400"/>
              </a:spcBef>
              <a:spcAft>
                <a:spcPts val="0"/>
              </a:spcAft>
              <a:buClr>
                <a:schemeClr val="lt1"/>
              </a:buClr>
              <a:buSzPts val="1200"/>
              <a:buNone/>
              <a:defRPr sz="1200">
                <a:solidFill>
                  <a:schemeClr val="lt1"/>
                </a:solidFill>
              </a:defRPr>
            </a:lvl8pPr>
            <a:lvl9pPr indent="-228600" lvl="8" marL="4114800" algn="l">
              <a:lnSpc>
                <a:spcPct val="90000"/>
              </a:lnSpc>
              <a:spcBef>
                <a:spcPts val="400"/>
              </a:spcBef>
              <a:spcAft>
                <a:spcPts val="0"/>
              </a:spcAft>
              <a:buClr>
                <a:schemeClr val="lt1"/>
              </a:buClr>
              <a:buSzPts val="1200"/>
              <a:buNone/>
              <a:defRPr sz="1200">
                <a:solidFill>
                  <a:schemeClr val="lt1"/>
                </a:solidFill>
              </a:defRPr>
            </a:lvl9pPr>
          </a:lstStyle>
          <a:p/>
        </p:txBody>
      </p:sp>
      <p:sp>
        <p:nvSpPr>
          <p:cNvPr id="74" name="Google Shape;74;p16"/>
          <p:cNvSpPr txBox="1"/>
          <p:nvPr>
            <p:ph idx="10" type="dt"/>
          </p:nvPr>
        </p:nvSpPr>
        <p:spPr>
          <a:xfrm>
            <a:off x="5860839" y="285750"/>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6"/>
          <p:cNvSpPr txBox="1"/>
          <p:nvPr>
            <p:ph idx="11" type="ftr"/>
          </p:nvPr>
        </p:nvSpPr>
        <p:spPr>
          <a:xfrm>
            <a:off x="514350" y="285751"/>
            <a:ext cx="5243619" cy="273049"/>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6"/>
          <p:cNvSpPr txBox="1"/>
          <p:nvPr>
            <p:ph idx="12" type="sldNum"/>
          </p:nvPr>
        </p:nvSpPr>
        <p:spPr>
          <a:xfrm>
            <a:off x="8146839" y="285750"/>
            <a:ext cx="482811"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7" name="Shape 77"/>
        <p:cNvGrpSpPr/>
        <p:nvPr/>
      </p:nvGrpSpPr>
      <p:grpSpPr>
        <a:xfrm>
          <a:off x="0" y="0"/>
          <a:ext cx="0" cy="0"/>
          <a:chOff x="0" y="0"/>
          <a:chExt cx="0" cy="0"/>
        </a:xfrm>
      </p:grpSpPr>
      <p:sp>
        <p:nvSpPr>
          <p:cNvPr id="78" name="Google Shape;78;p17"/>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lvl1pPr lvl="0" algn="r">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 type="body"/>
          </p:nvPr>
        </p:nvSpPr>
        <p:spPr>
          <a:xfrm>
            <a:off x="514350" y="1645919"/>
            <a:ext cx="4000500" cy="301809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80" name="Google Shape;80;p17"/>
          <p:cNvSpPr txBox="1"/>
          <p:nvPr>
            <p:ph idx="2" type="body"/>
          </p:nvPr>
        </p:nvSpPr>
        <p:spPr>
          <a:xfrm>
            <a:off x="4629150" y="1645919"/>
            <a:ext cx="4000500" cy="301809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81" name="Google Shape;81;p17"/>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17"/>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7"/>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4" name="Shape 84"/>
        <p:cNvGrpSpPr/>
        <p:nvPr/>
      </p:nvGrpSpPr>
      <p:grpSpPr>
        <a:xfrm>
          <a:off x="0" y="0"/>
          <a:ext cx="0" cy="0"/>
          <a:chOff x="0" y="0"/>
          <a:chExt cx="0" cy="0"/>
        </a:xfrm>
      </p:grpSpPr>
      <p:sp>
        <p:nvSpPr>
          <p:cNvPr id="85" name="Google Shape;85;p18"/>
          <p:cNvSpPr txBox="1"/>
          <p:nvPr>
            <p:ph type="title"/>
          </p:nvPr>
        </p:nvSpPr>
        <p:spPr>
          <a:xfrm>
            <a:off x="2171700" y="571500"/>
            <a:ext cx="6457950" cy="971550"/>
          </a:xfrm>
          <a:prstGeom prst="rect">
            <a:avLst/>
          </a:prstGeom>
          <a:noFill/>
          <a:ln>
            <a:noFill/>
          </a:ln>
        </p:spPr>
        <p:txBody>
          <a:bodyPr anchorCtr="0" anchor="ctr" bIns="34275" lIns="68575" spcFirstLastPara="1" rIns="68575" wrap="square" tIns="34275">
            <a:normAutofit/>
          </a:bodyPr>
          <a:lstStyle>
            <a:lvl1pPr lvl="0" algn="r">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6" name="Google Shape;86;p18"/>
          <p:cNvSpPr txBox="1"/>
          <p:nvPr>
            <p:ph idx="1" type="body"/>
          </p:nvPr>
        </p:nvSpPr>
        <p:spPr>
          <a:xfrm>
            <a:off x="685807" y="1637851"/>
            <a:ext cx="3809993"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2100"/>
              <a:buNone/>
              <a:defRPr b="0" sz="21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87" name="Google Shape;87;p18"/>
          <p:cNvSpPr txBox="1"/>
          <p:nvPr>
            <p:ph idx="2" type="body"/>
          </p:nvPr>
        </p:nvSpPr>
        <p:spPr>
          <a:xfrm>
            <a:off x="514350" y="2349499"/>
            <a:ext cx="3983831" cy="231451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88" name="Google Shape;88;p18"/>
          <p:cNvSpPr txBox="1"/>
          <p:nvPr>
            <p:ph idx="3" type="body"/>
          </p:nvPr>
        </p:nvSpPr>
        <p:spPr>
          <a:xfrm>
            <a:off x="4800600" y="1637851"/>
            <a:ext cx="382905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2100"/>
              <a:buNone/>
              <a:defRPr b="0" sz="21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89" name="Google Shape;89;p18"/>
          <p:cNvSpPr txBox="1"/>
          <p:nvPr>
            <p:ph idx="4" type="body"/>
          </p:nvPr>
        </p:nvSpPr>
        <p:spPr>
          <a:xfrm>
            <a:off x="4629150" y="2349499"/>
            <a:ext cx="4000500" cy="231451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90" name="Google Shape;90;p18"/>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8"/>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8"/>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19"/>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lvl1pPr lvl="0" algn="r">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19"/>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19"/>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19"/>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0"/>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20"/>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0"/>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 name="Shape 102"/>
        <p:cNvGrpSpPr/>
        <p:nvPr/>
      </p:nvGrpSpPr>
      <p:grpSpPr>
        <a:xfrm>
          <a:off x="0" y="0"/>
          <a:ext cx="0" cy="0"/>
          <a:chOff x="0" y="0"/>
          <a:chExt cx="0" cy="0"/>
        </a:xfrm>
      </p:grpSpPr>
      <p:sp>
        <p:nvSpPr>
          <p:cNvPr id="103" name="Google Shape;103;p21"/>
          <p:cNvSpPr txBox="1"/>
          <p:nvPr>
            <p:ph type="title"/>
          </p:nvPr>
        </p:nvSpPr>
        <p:spPr>
          <a:xfrm>
            <a:off x="514350" y="1143000"/>
            <a:ext cx="3086100"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400"/>
              <a:buFont typeface="Century Gothic"/>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 type="body"/>
          </p:nvPr>
        </p:nvSpPr>
        <p:spPr>
          <a:xfrm>
            <a:off x="3746686" y="560069"/>
            <a:ext cx="4882964" cy="4103944"/>
          </a:xfrm>
          <a:prstGeom prst="rect">
            <a:avLst/>
          </a:prstGeom>
          <a:noFill/>
          <a:ln>
            <a:noFill/>
          </a:ln>
        </p:spPr>
        <p:txBody>
          <a:bodyPr anchorCtr="0" anchor="ctr"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105" name="Google Shape;105;p21"/>
          <p:cNvSpPr txBox="1"/>
          <p:nvPr>
            <p:ph idx="2" type="body"/>
          </p:nvPr>
        </p:nvSpPr>
        <p:spPr>
          <a:xfrm>
            <a:off x="514350" y="2343149"/>
            <a:ext cx="3086100" cy="232086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200"/>
              <a:buNone/>
              <a:defRPr sz="1200"/>
            </a:lvl1pPr>
            <a:lvl2pPr indent="-228600" lvl="1" marL="914400" algn="l">
              <a:lnSpc>
                <a:spcPct val="90000"/>
              </a:lnSpc>
              <a:spcBef>
                <a:spcPts val="400"/>
              </a:spcBef>
              <a:spcAft>
                <a:spcPts val="0"/>
              </a:spcAft>
              <a:buClr>
                <a:schemeClr val="lt1"/>
              </a:buClr>
              <a:buSzPts val="1100"/>
              <a:buNone/>
              <a:defRPr sz="1100"/>
            </a:lvl2pPr>
            <a:lvl3pPr indent="-228600" lvl="2" marL="1371600" algn="l">
              <a:lnSpc>
                <a:spcPct val="90000"/>
              </a:lnSpc>
              <a:spcBef>
                <a:spcPts val="400"/>
              </a:spcBef>
              <a:spcAft>
                <a:spcPts val="0"/>
              </a:spcAft>
              <a:buClr>
                <a:schemeClr val="lt1"/>
              </a:buClr>
              <a:buSzPts val="900"/>
              <a:buNone/>
              <a:defRPr sz="900"/>
            </a:lvl3pPr>
            <a:lvl4pPr indent="-228600" lvl="3" marL="1828800" algn="l">
              <a:lnSpc>
                <a:spcPct val="90000"/>
              </a:lnSpc>
              <a:spcBef>
                <a:spcPts val="400"/>
              </a:spcBef>
              <a:spcAft>
                <a:spcPts val="0"/>
              </a:spcAft>
              <a:buClr>
                <a:schemeClr val="lt1"/>
              </a:buClr>
              <a:buSzPts val="800"/>
              <a:buNone/>
              <a:defRPr sz="800"/>
            </a:lvl4pPr>
            <a:lvl5pPr indent="-228600" lvl="4" marL="2286000" algn="l">
              <a:lnSpc>
                <a:spcPct val="90000"/>
              </a:lnSpc>
              <a:spcBef>
                <a:spcPts val="400"/>
              </a:spcBef>
              <a:spcAft>
                <a:spcPts val="0"/>
              </a:spcAft>
              <a:buClr>
                <a:schemeClr val="lt1"/>
              </a:buClr>
              <a:buSzPts val="800"/>
              <a:buNone/>
              <a:defRPr sz="800"/>
            </a:lvl5pPr>
            <a:lvl6pPr indent="-228600" lvl="5" marL="2743200" algn="l">
              <a:lnSpc>
                <a:spcPct val="90000"/>
              </a:lnSpc>
              <a:spcBef>
                <a:spcPts val="400"/>
              </a:spcBef>
              <a:spcAft>
                <a:spcPts val="0"/>
              </a:spcAft>
              <a:buClr>
                <a:schemeClr val="lt1"/>
              </a:buClr>
              <a:buSzPts val="800"/>
              <a:buNone/>
              <a:defRPr sz="800"/>
            </a:lvl6pPr>
            <a:lvl7pPr indent="-228600" lvl="6" marL="3200400" algn="l">
              <a:lnSpc>
                <a:spcPct val="90000"/>
              </a:lnSpc>
              <a:spcBef>
                <a:spcPts val="400"/>
              </a:spcBef>
              <a:spcAft>
                <a:spcPts val="0"/>
              </a:spcAft>
              <a:buClr>
                <a:schemeClr val="lt1"/>
              </a:buClr>
              <a:buSzPts val="800"/>
              <a:buNone/>
              <a:defRPr sz="800"/>
            </a:lvl7pPr>
            <a:lvl8pPr indent="-228600" lvl="7" marL="3657600" algn="l">
              <a:lnSpc>
                <a:spcPct val="90000"/>
              </a:lnSpc>
              <a:spcBef>
                <a:spcPts val="400"/>
              </a:spcBef>
              <a:spcAft>
                <a:spcPts val="0"/>
              </a:spcAft>
              <a:buClr>
                <a:schemeClr val="lt1"/>
              </a:buClr>
              <a:buSzPts val="800"/>
              <a:buNone/>
              <a:defRPr sz="800"/>
            </a:lvl8pPr>
            <a:lvl9pPr indent="-228600" lvl="8" marL="4114800" algn="l">
              <a:lnSpc>
                <a:spcPct val="90000"/>
              </a:lnSpc>
              <a:spcBef>
                <a:spcPts val="400"/>
              </a:spcBef>
              <a:spcAft>
                <a:spcPts val="0"/>
              </a:spcAft>
              <a:buClr>
                <a:schemeClr val="lt1"/>
              </a:buClr>
              <a:buSzPts val="800"/>
              <a:buNone/>
              <a:defRPr sz="800"/>
            </a:lvl9pPr>
          </a:lstStyle>
          <a:p/>
        </p:txBody>
      </p:sp>
      <p:sp>
        <p:nvSpPr>
          <p:cNvPr id="106" name="Google Shape;106;p21"/>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p21"/>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1"/>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 name="Shape 109"/>
        <p:cNvGrpSpPr/>
        <p:nvPr/>
      </p:nvGrpSpPr>
      <p:grpSpPr>
        <a:xfrm>
          <a:off x="0" y="0"/>
          <a:ext cx="0" cy="0"/>
          <a:chOff x="0" y="0"/>
          <a:chExt cx="0" cy="0"/>
        </a:xfrm>
      </p:grpSpPr>
      <p:sp>
        <p:nvSpPr>
          <p:cNvPr id="110" name="Google Shape;110;p22"/>
          <p:cNvSpPr txBox="1"/>
          <p:nvPr>
            <p:ph type="title"/>
          </p:nvPr>
        </p:nvSpPr>
        <p:spPr>
          <a:xfrm>
            <a:off x="514350" y="1143000"/>
            <a:ext cx="5154930"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400"/>
              <a:buFont typeface="Century Gothic"/>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p:nvPr>
            <p:ph idx="2" type="pic"/>
          </p:nvPr>
        </p:nvSpPr>
        <p:spPr>
          <a:xfrm>
            <a:off x="5895929" y="563431"/>
            <a:ext cx="2733721" cy="4100582"/>
          </a:xfrm>
          <a:prstGeom prst="rect">
            <a:avLst/>
          </a:prstGeom>
          <a:noFill/>
          <a:ln>
            <a:noFill/>
          </a:ln>
        </p:spPr>
      </p:sp>
      <p:sp>
        <p:nvSpPr>
          <p:cNvPr id="112" name="Google Shape;112;p22"/>
          <p:cNvSpPr txBox="1"/>
          <p:nvPr>
            <p:ph idx="1" type="body"/>
          </p:nvPr>
        </p:nvSpPr>
        <p:spPr>
          <a:xfrm>
            <a:off x="514350" y="2343149"/>
            <a:ext cx="5154930" cy="232086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200"/>
              <a:buNone/>
              <a:defRPr sz="1200"/>
            </a:lvl1pPr>
            <a:lvl2pPr indent="-228600" lvl="1" marL="914400" algn="l">
              <a:lnSpc>
                <a:spcPct val="90000"/>
              </a:lnSpc>
              <a:spcBef>
                <a:spcPts val="400"/>
              </a:spcBef>
              <a:spcAft>
                <a:spcPts val="0"/>
              </a:spcAft>
              <a:buClr>
                <a:schemeClr val="lt1"/>
              </a:buClr>
              <a:buSzPts val="1100"/>
              <a:buNone/>
              <a:defRPr sz="1100"/>
            </a:lvl2pPr>
            <a:lvl3pPr indent="-228600" lvl="2" marL="1371600" algn="l">
              <a:lnSpc>
                <a:spcPct val="90000"/>
              </a:lnSpc>
              <a:spcBef>
                <a:spcPts val="400"/>
              </a:spcBef>
              <a:spcAft>
                <a:spcPts val="0"/>
              </a:spcAft>
              <a:buClr>
                <a:schemeClr val="lt1"/>
              </a:buClr>
              <a:buSzPts val="900"/>
              <a:buNone/>
              <a:defRPr sz="900"/>
            </a:lvl3pPr>
            <a:lvl4pPr indent="-228600" lvl="3" marL="1828800" algn="l">
              <a:lnSpc>
                <a:spcPct val="90000"/>
              </a:lnSpc>
              <a:spcBef>
                <a:spcPts val="400"/>
              </a:spcBef>
              <a:spcAft>
                <a:spcPts val="0"/>
              </a:spcAft>
              <a:buClr>
                <a:schemeClr val="lt1"/>
              </a:buClr>
              <a:buSzPts val="800"/>
              <a:buNone/>
              <a:defRPr sz="800"/>
            </a:lvl4pPr>
            <a:lvl5pPr indent="-228600" lvl="4" marL="2286000" algn="l">
              <a:lnSpc>
                <a:spcPct val="90000"/>
              </a:lnSpc>
              <a:spcBef>
                <a:spcPts val="400"/>
              </a:spcBef>
              <a:spcAft>
                <a:spcPts val="0"/>
              </a:spcAft>
              <a:buClr>
                <a:schemeClr val="lt1"/>
              </a:buClr>
              <a:buSzPts val="800"/>
              <a:buNone/>
              <a:defRPr sz="800"/>
            </a:lvl5pPr>
            <a:lvl6pPr indent="-228600" lvl="5" marL="2743200" algn="l">
              <a:lnSpc>
                <a:spcPct val="90000"/>
              </a:lnSpc>
              <a:spcBef>
                <a:spcPts val="400"/>
              </a:spcBef>
              <a:spcAft>
                <a:spcPts val="0"/>
              </a:spcAft>
              <a:buClr>
                <a:schemeClr val="lt1"/>
              </a:buClr>
              <a:buSzPts val="800"/>
              <a:buNone/>
              <a:defRPr sz="800"/>
            </a:lvl6pPr>
            <a:lvl7pPr indent="-228600" lvl="6" marL="3200400" algn="l">
              <a:lnSpc>
                <a:spcPct val="90000"/>
              </a:lnSpc>
              <a:spcBef>
                <a:spcPts val="400"/>
              </a:spcBef>
              <a:spcAft>
                <a:spcPts val="0"/>
              </a:spcAft>
              <a:buClr>
                <a:schemeClr val="lt1"/>
              </a:buClr>
              <a:buSzPts val="800"/>
              <a:buNone/>
              <a:defRPr sz="800"/>
            </a:lvl7pPr>
            <a:lvl8pPr indent="-228600" lvl="7" marL="3657600" algn="l">
              <a:lnSpc>
                <a:spcPct val="90000"/>
              </a:lnSpc>
              <a:spcBef>
                <a:spcPts val="400"/>
              </a:spcBef>
              <a:spcAft>
                <a:spcPts val="0"/>
              </a:spcAft>
              <a:buClr>
                <a:schemeClr val="lt1"/>
              </a:buClr>
              <a:buSzPts val="800"/>
              <a:buNone/>
              <a:defRPr sz="800"/>
            </a:lvl8pPr>
            <a:lvl9pPr indent="-228600" lvl="8" marL="4114800" algn="l">
              <a:lnSpc>
                <a:spcPct val="90000"/>
              </a:lnSpc>
              <a:spcBef>
                <a:spcPts val="400"/>
              </a:spcBef>
              <a:spcAft>
                <a:spcPts val="0"/>
              </a:spcAft>
              <a:buClr>
                <a:schemeClr val="lt1"/>
              </a:buClr>
              <a:buSzPts val="800"/>
              <a:buNone/>
              <a:defRPr sz="800"/>
            </a:lvl9pPr>
          </a:lstStyle>
          <a:p/>
        </p:txBody>
      </p:sp>
      <p:sp>
        <p:nvSpPr>
          <p:cNvPr id="113" name="Google Shape;113;p22"/>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22"/>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2"/>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16" name="Shape 116"/>
        <p:cNvGrpSpPr/>
        <p:nvPr/>
      </p:nvGrpSpPr>
      <p:grpSpPr>
        <a:xfrm>
          <a:off x="0" y="0"/>
          <a:ext cx="0" cy="0"/>
          <a:chOff x="0" y="0"/>
          <a:chExt cx="0" cy="0"/>
        </a:xfrm>
      </p:grpSpPr>
      <p:sp>
        <p:nvSpPr>
          <p:cNvPr id="117" name="Google Shape;117;p23"/>
          <p:cNvSpPr txBox="1"/>
          <p:nvPr>
            <p:ph type="title"/>
          </p:nvPr>
        </p:nvSpPr>
        <p:spPr>
          <a:xfrm>
            <a:off x="514333" y="3523020"/>
            <a:ext cx="8116526" cy="614516"/>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400"/>
              <a:buFont typeface="Century Gothic"/>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p:nvPr>
            <p:ph idx="2" type="pic"/>
          </p:nvPr>
        </p:nvSpPr>
        <p:spPr>
          <a:xfrm>
            <a:off x="511295" y="706079"/>
            <a:ext cx="8116380" cy="2608621"/>
          </a:xfrm>
          <a:prstGeom prst="rect">
            <a:avLst/>
          </a:prstGeom>
          <a:noFill/>
          <a:ln>
            <a:noFill/>
          </a:ln>
        </p:spPr>
      </p:sp>
      <p:sp>
        <p:nvSpPr>
          <p:cNvPr id="119" name="Google Shape;119;p23"/>
          <p:cNvSpPr txBox="1"/>
          <p:nvPr>
            <p:ph idx="1" type="body"/>
          </p:nvPr>
        </p:nvSpPr>
        <p:spPr>
          <a:xfrm>
            <a:off x="514350" y="4137536"/>
            <a:ext cx="8115300" cy="526477"/>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200"/>
              <a:buNone/>
              <a:defRPr sz="1200"/>
            </a:lvl1pPr>
            <a:lvl2pPr indent="-228600" lvl="1" marL="914400" algn="l">
              <a:lnSpc>
                <a:spcPct val="90000"/>
              </a:lnSpc>
              <a:spcBef>
                <a:spcPts val="400"/>
              </a:spcBef>
              <a:spcAft>
                <a:spcPts val="0"/>
              </a:spcAft>
              <a:buClr>
                <a:schemeClr val="lt1"/>
              </a:buClr>
              <a:buSzPts val="1100"/>
              <a:buNone/>
              <a:defRPr sz="1100"/>
            </a:lvl2pPr>
            <a:lvl3pPr indent="-228600" lvl="2" marL="1371600" algn="l">
              <a:lnSpc>
                <a:spcPct val="90000"/>
              </a:lnSpc>
              <a:spcBef>
                <a:spcPts val="400"/>
              </a:spcBef>
              <a:spcAft>
                <a:spcPts val="0"/>
              </a:spcAft>
              <a:buClr>
                <a:schemeClr val="lt1"/>
              </a:buClr>
              <a:buSzPts val="900"/>
              <a:buNone/>
              <a:defRPr sz="900"/>
            </a:lvl3pPr>
            <a:lvl4pPr indent="-228600" lvl="3" marL="1828800" algn="l">
              <a:lnSpc>
                <a:spcPct val="90000"/>
              </a:lnSpc>
              <a:spcBef>
                <a:spcPts val="400"/>
              </a:spcBef>
              <a:spcAft>
                <a:spcPts val="0"/>
              </a:spcAft>
              <a:buClr>
                <a:schemeClr val="lt1"/>
              </a:buClr>
              <a:buSzPts val="800"/>
              <a:buNone/>
              <a:defRPr sz="800"/>
            </a:lvl4pPr>
            <a:lvl5pPr indent="-228600" lvl="4" marL="2286000" algn="l">
              <a:lnSpc>
                <a:spcPct val="90000"/>
              </a:lnSpc>
              <a:spcBef>
                <a:spcPts val="400"/>
              </a:spcBef>
              <a:spcAft>
                <a:spcPts val="0"/>
              </a:spcAft>
              <a:buClr>
                <a:schemeClr val="lt1"/>
              </a:buClr>
              <a:buSzPts val="800"/>
              <a:buNone/>
              <a:defRPr sz="800"/>
            </a:lvl5pPr>
            <a:lvl6pPr indent="-228600" lvl="5" marL="2743200" algn="l">
              <a:lnSpc>
                <a:spcPct val="90000"/>
              </a:lnSpc>
              <a:spcBef>
                <a:spcPts val="400"/>
              </a:spcBef>
              <a:spcAft>
                <a:spcPts val="0"/>
              </a:spcAft>
              <a:buClr>
                <a:schemeClr val="lt1"/>
              </a:buClr>
              <a:buSzPts val="800"/>
              <a:buNone/>
              <a:defRPr sz="800"/>
            </a:lvl6pPr>
            <a:lvl7pPr indent="-228600" lvl="6" marL="3200400" algn="l">
              <a:lnSpc>
                <a:spcPct val="90000"/>
              </a:lnSpc>
              <a:spcBef>
                <a:spcPts val="400"/>
              </a:spcBef>
              <a:spcAft>
                <a:spcPts val="0"/>
              </a:spcAft>
              <a:buClr>
                <a:schemeClr val="lt1"/>
              </a:buClr>
              <a:buSzPts val="800"/>
              <a:buNone/>
              <a:defRPr sz="800"/>
            </a:lvl7pPr>
            <a:lvl8pPr indent="-228600" lvl="7" marL="3657600" algn="l">
              <a:lnSpc>
                <a:spcPct val="90000"/>
              </a:lnSpc>
              <a:spcBef>
                <a:spcPts val="400"/>
              </a:spcBef>
              <a:spcAft>
                <a:spcPts val="0"/>
              </a:spcAft>
              <a:buClr>
                <a:schemeClr val="lt1"/>
              </a:buClr>
              <a:buSzPts val="800"/>
              <a:buNone/>
              <a:defRPr sz="800"/>
            </a:lvl8pPr>
            <a:lvl9pPr indent="-228600" lvl="8" marL="4114800" algn="l">
              <a:lnSpc>
                <a:spcPct val="90000"/>
              </a:lnSpc>
              <a:spcBef>
                <a:spcPts val="400"/>
              </a:spcBef>
              <a:spcAft>
                <a:spcPts val="0"/>
              </a:spcAft>
              <a:buClr>
                <a:schemeClr val="lt1"/>
              </a:buClr>
              <a:buSzPts val="800"/>
              <a:buNone/>
              <a:defRPr sz="800"/>
            </a:lvl9pPr>
          </a:lstStyle>
          <a:p/>
        </p:txBody>
      </p:sp>
      <p:sp>
        <p:nvSpPr>
          <p:cNvPr id="120" name="Google Shape;120;p23"/>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3"/>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2" name="Google Shape;122;p23"/>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23" name="Shape 123"/>
        <p:cNvGrpSpPr/>
        <p:nvPr/>
      </p:nvGrpSpPr>
      <p:grpSpPr>
        <a:xfrm>
          <a:off x="0" y="0"/>
          <a:ext cx="0" cy="0"/>
          <a:chOff x="0" y="0"/>
          <a:chExt cx="0" cy="0"/>
        </a:xfrm>
      </p:grpSpPr>
      <p:pic>
        <p:nvPicPr>
          <p:cNvPr descr="C0-HD-BTM.png" id="124" name="Google Shape;124;p24"/>
          <p:cNvPicPr preferRelativeResize="0"/>
          <p:nvPr/>
        </p:nvPicPr>
        <p:blipFill rotWithShape="1">
          <a:blip r:embed="rId2">
            <a:alphaModFix/>
          </a:blip>
          <a:srcRect b="0" l="0" r="0" t="0"/>
          <a:stretch/>
        </p:blipFill>
        <p:spPr>
          <a:xfrm>
            <a:off x="0" y="3281363"/>
            <a:ext cx="9144000" cy="1862138"/>
          </a:xfrm>
          <a:prstGeom prst="rect">
            <a:avLst/>
          </a:prstGeom>
          <a:noFill/>
          <a:ln>
            <a:noFill/>
          </a:ln>
        </p:spPr>
      </p:pic>
      <p:sp>
        <p:nvSpPr>
          <p:cNvPr id="125" name="Google Shape;125;p24"/>
          <p:cNvSpPr txBox="1"/>
          <p:nvPr>
            <p:ph type="title"/>
          </p:nvPr>
        </p:nvSpPr>
        <p:spPr>
          <a:xfrm>
            <a:off x="514350" y="565149"/>
            <a:ext cx="8115300" cy="21018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Century Gothic"/>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24"/>
          <p:cNvSpPr txBox="1"/>
          <p:nvPr>
            <p:ph idx="1" type="body"/>
          </p:nvPr>
        </p:nvSpPr>
        <p:spPr>
          <a:xfrm>
            <a:off x="768350" y="2736850"/>
            <a:ext cx="7597887" cy="749300"/>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200"/>
              <a:buNone/>
              <a:defRPr sz="1200"/>
            </a:lvl1pPr>
            <a:lvl2pPr indent="-228600" lvl="1" marL="914400" algn="l">
              <a:lnSpc>
                <a:spcPct val="90000"/>
              </a:lnSpc>
              <a:spcBef>
                <a:spcPts val="400"/>
              </a:spcBef>
              <a:spcAft>
                <a:spcPts val="0"/>
              </a:spcAft>
              <a:buClr>
                <a:schemeClr val="lt1"/>
              </a:buClr>
              <a:buSzPts val="1100"/>
              <a:buNone/>
              <a:defRPr sz="1100"/>
            </a:lvl2pPr>
            <a:lvl3pPr indent="-228600" lvl="2" marL="1371600" algn="l">
              <a:lnSpc>
                <a:spcPct val="90000"/>
              </a:lnSpc>
              <a:spcBef>
                <a:spcPts val="400"/>
              </a:spcBef>
              <a:spcAft>
                <a:spcPts val="0"/>
              </a:spcAft>
              <a:buClr>
                <a:schemeClr val="lt1"/>
              </a:buClr>
              <a:buSzPts val="900"/>
              <a:buNone/>
              <a:defRPr sz="900"/>
            </a:lvl3pPr>
            <a:lvl4pPr indent="-228600" lvl="3" marL="1828800" algn="l">
              <a:lnSpc>
                <a:spcPct val="90000"/>
              </a:lnSpc>
              <a:spcBef>
                <a:spcPts val="400"/>
              </a:spcBef>
              <a:spcAft>
                <a:spcPts val="0"/>
              </a:spcAft>
              <a:buClr>
                <a:schemeClr val="lt1"/>
              </a:buClr>
              <a:buSzPts val="800"/>
              <a:buNone/>
              <a:defRPr sz="800"/>
            </a:lvl4pPr>
            <a:lvl5pPr indent="-228600" lvl="4" marL="2286000" algn="l">
              <a:lnSpc>
                <a:spcPct val="90000"/>
              </a:lnSpc>
              <a:spcBef>
                <a:spcPts val="400"/>
              </a:spcBef>
              <a:spcAft>
                <a:spcPts val="0"/>
              </a:spcAft>
              <a:buClr>
                <a:schemeClr val="lt1"/>
              </a:buClr>
              <a:buSzPts val="800"/>
              <a:buNone/>
              <a:defRPr sz="800"/>
            </a:lvl5pPr>
            <a:lvl6pPr indent="-228600" lvl="5" marL="2743200" algn="l">
              <a:lnSpc>
                <a:spcPct val="90000"/>
              </a:lnSpc>
              <a:spcBef>
                <a:spcPts val="400"/>
              </a:spcBef>
              <a:spcAft>
                <a:spcPts val="0"/>
              </a:spcAft>
              <a:buClr>
                <a:schemeClr val="lt1"/>
              </a:buClr>
              <a:buSzPts val="800"/>
              <a:buNone/>
              <a:defRPr sz="800"/>
            </a:lvl6pPr>
            <a:lvl7pPr indent="-228600" lvl="6" marL="3200400" algn="l">
              <a:lnSpc>
                <a:spcPct val="90000"/>
              </a:lnSpc>
              <a:spcBef>
                <a:spcPts val="400"/>
              </a:spcBef>
              <a:spcAft>
                <a:spcPts val="0"/>
              </a:spcAft>
              <a:buClr>
                <a:schemeClr val="lt1"/>
              </a:buClr>
              <a:buSzPts val="800"/>
              <a:buNone/>
              <a:defRPr sz="800"/>
            </a:lvl7pPr>
            <a:lvl8pPr indent="-228600" lvl="7" marL="3657600" algn="l">
              <a:lnSpc>
                <a:spcPct val="90000"/>
              </a:lnSpc>
              <a:spcBef>
                <a:spcPts val="400"/>
              </a:spcBef>
              <a:spcAft>
                <a:spcPts val="0"/>
              </a:spcAft>
              <a:buClr>
                <a:schemeClr val="lt1"/>
              </a:buClr>
              <a:buSzPts val="800"/>
              <a:buNone/>
              <a:defRPr sz="800"/>
            </a:lvl8pPr>
            <a:lvl9pPr indent="-228600" lvl="8" marL="4114800" algn="l">
              <a:lnSpc>
                <a:spcPct val="90000"/>
              </a:lnSpc>
              <a:spcBef>
                <a:spcPts val="400"/>
              </a:spcBef>
              <a:spcAft>
                <a:spcPts val="0"/>
              </a:spcAft>
              <a:buClr>
                <a:schemeClr val="lt1"/>
              </a:buClr>
              <a:buSzPts val="800"/>
              <a:buNone/>
              <a:defRPr sz="800"/>
            </a:lvl9pPr>
          </a:lstStyle>
          <a:p/>
        </p:txBody>
      </p:sp>
      <p:sp>
        <p:nvSpPr>
          <p:cNvPr id="127" name="Google Shape;127;p24"/>
          <p:cNvSpPr txBox="1"/>
          <p:nvPr>
            <p:ph idx="10" type="dt"/>
          </p:nvPr>
        </p:nvSpPr>
        <p:spPr>
          <a:xfrm>
            <a:off x="5860839" y="285750"/>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 name="Google Shape;128;p24"/>
          <p:cNvSpPr txBox="1"/>
          <p:nvPr>
            <p:ph idx="11" type="ftr"/>
          </p:nvPr>
        </p:nvSpPr>
        <p:spPr>
          <a:xfrm>
            <a:off x="514350" y="284956"/>
            <a:ext cx="5243619"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24"/>
          <p:cNvSpPr txBox="1"/>
          <p:nvPr>
            <p:ph idx="12" type="sldNum"/>
          </p:nvPr>
        </p:nvSpPr>
        <p:spPr>
          <a:xfrm>
            <a:off x="8146839" y="285750"/>
            <a:ext cx="482811"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30" name="Shape 130"/>
        <p:cNvGrpSpPr/>
        <p:nvPr/>
      </p:nvGrpSpPr>
      <p:grpSpPr>
        <a:xfrm>
          <a:off x="0" y="0"/>
          <a:ext cx="0" cy="0"/>
          <a:chOff x="0" y="0"/>
          <a:chExt cx="0" cy="0"/>
        </a:xfrm>
      </p:grpSpPr>
      <p:pic>
        <p:nvPicPr>
          <p:cNvPr descr="C0-HD-BTM.png" id="131" name="Google Shape;131;p25"/>
          <p:cNvPicPr preferRelativeResize="0"/>
          <p:nvPr/>
        </p:nvPicPr>
        <p:blipFill rotWithShape="1">
          <a:blip r:embed="rId2">
            <a:alphaModFix/>
          </a:blip>
          <a:srcRect b="0" l="0" r="0" t="0"/>
          <a:stretch/>
        </p:blipFill>
        <p:spPr>
          <a:xfrm>
            <a:off x="0" y="3281363"/>
            <a:ext cx="9144000" cy="1862138"/>
          </a:xfrm>
          <a:prstGeom prst="rect">
            <a:avLst/>
          </a:prstGeom>
          <a:noFill/>
          <a:ln>
            <a:noFill/>
          </a:ln>
        </p:spPr>
      </p:pic>
      <p:sp>
        <p:nvSpPr>
          <p:cNvPr id="132" name="Google Shape;132;p25"/>
          <p:cNvSpPr txBox="1"/>
          <p:nvPr>
            <p:ph type="title"/>
          </p:nvPr>
        </p:nvSpPr>
        <p:spPr>
          <a:xfrm>
            <a:off x="768350" y="565150"/>
            <a:ext cx="7613650" cy="195337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Century Gothic"/>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25"/>
          <p:cNvSpPr txBox="1"/>
          <p:nvPr>
            <p:ph idx="1" type="body"/>
          </p:nvPr>
        </p:nvSpPr>
        <p:spPr>
          <a:xfrm>
            <a:off x="977899" y="2524167"/>
            <a:ext cx="7194552" cy="333332"/>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100"/>
              <a:buNone/>
              <a:defRPr sz="1100"/>
            </a:lvl1pPr>
            <a:lvl2pPr indent="-228600" lvl="1" marL="914400" algn="l">
              <a:lnSpc>
                <a:spcPct val="90000"/>
              </a:lnSpc>
              <a:spcBef>
                <a:spcPts val="400"/>
              </a:spcBef>
              <a:spcAft>
                <a:spcPts val="0"/>
              </a:spcAft>
              <a:buClr>
                <a:schemeClr val="lt1"/>
              </a:buClr>
              <a:buSzPts val="1100"/>
              <a:buNone/>
              <a:defRPr sz="1100"/>
            </a:lvl2pPr>
            <a:lvl3pPr indent="-228600" lvl="2" marL="1371600" algn="l">
              <a:lnSpc>
                <a:spcPct val="90000"/>
              </a:lnSpc>
              <a:spcBef>
                <a:spcPts val="400"/>
              </a:spcBef>
              <a:spcAft>
                <a:spcPts val="0"/>
              </a:spcAft>
              <a:buClr>
                <a:schemeClr val="lt1"/>
              </a:buClr>
              <a:buSzPts val="900"/>
              <a:buNone/>
              <a:defRPr sz="900"/>
            </a:lvl3pPr>
            <a:lvl4pPr indent="-228600" lvl="3" marL="1828800" algn="l">
              <a:lnSpc>
                <a:spcPct val="90000"/>
              </a:lnSpc>
              <a:spcBef>
                <a:spcPts val="400"/>
              </a:spcBef>
              <a:spcAft>
                <a:spcPts val="0"/>
              </a:spcAft>
              <a:buClr>
                <a:schemeClr val="lt1"/>
              </a:buClr>
              <a:buSzPts val="800"/>
              <a:buNone/>
              <a:defRPr sz="800"/>
            </a:lvl4pPr>
            <a:lvl5pPr indent="-228600" lvl="4" marL="2286000" algn="l">
              <a:lnSpc>
                <a:spcPct val="90000"/>
              </a:lnSpc>
              <a:spcBef>
                <a:spcPts val="400"/>
              </a:spcBef>
              <a:spcAft>
                <a:spcPts val="0"/>
              </a:spcAft>
              <a:buClr>
                <a:schemeClr val="lt1"/>
              </a:buClr>
              <a:buSzPts val="800"/>
              <a:buNone/>
              <a:defRPr sz="800"/>
            </a:lvl5pPr>
            <a:lvl6pPr indent="-228600" lvl="5" marL="2743200" algn="l">
              <a:lnSpc>
                <a:spcPct val="90000"/>
              </a:lnSpc>
              <a:spcBef>
                <a:spcPts val="400"/>
              </a:spcBef>
              <a:spcAft>
                <a:spcPts val="0"/>
              </a:spcAft>
              <a:buClr>
                <a:schemeClr val="lt1"/>
              </a:buClr>
              <a:buSzPts val="800"/>
              <a:buNone/>
              <a:defRPr sz="800"/>
            </a:lvl6pPr>
            <a:lvl7pPr indent="-228600" lvl="6" marL="3200400" algn="l">
              <a:lnSpc>
                <a:spcPct val="90000"/>
              </a:lnSpc>
              <a:spcBef>
                <a:spcPts val="400"/>
              </a:spcBef>
              <a:spcAft>
                <a:spcPts val="0"/>
              </a:spcAft>
              <a:buClr>
                <a:schemeClr val="lt1"/>
              </a:buClr>
              <a:buSzPts val="800"/>
              <a:buNone/>
              <a:defRPr sz="800"/>
            </a:lvl7pPr>
            <a:lvl8pPr indent="-228600" lvl="7" marL="3657600" algn="l">
              <a:lnSpc>
                <a:spcPct val="90000"/>
              </a:lnSpc>
              <a:spcBef>
                <a:spcPts val="400"/>
              </a:spcBef>
              <a:spcAft>
                <a:spcPts val="0"/>
              </a:spcAft>
              <a:buClr>
                <a:schemeClr val="lt1"/>
              </a:buClr>
              <a:buSzPts val="800"/>
              <a:buNone/>
              <a:defRPr sz="800"/>
            </a:lvl8pPr>
            <a:lvl9pPr indent="-228600" lvl="8" marL="4114800" algn="l">
              <a:lnSpc>
                <a:spcPct val="90000"/>
              </a:lnSpc>
              <a:spcBef>
                <a:spcPts val="400"/>
              </a:spcBef>
              <a:spcAft>
                <a:spcPts val="0"/>
              </a:spcAft>
              <a:buClr>
                <a:schemeClr val="lt1"/>
              </a:buClr>
              <a:buSzPts val="800"/>
              <a:buNone/>
              <a:defRPr sz="800"/>
            </a:lvl9pPr>
          </a:lstStyle>
          <a:p/>
        </p:txBody>
      </p:sp>
      <p:sp>
        <p:nvSpPr>
          <p:cNvPr id="134" name="Google Shape;134;p25"/>
          <p:cNvSpPr txBox="1"/>
          <p:nvPr>
            <p:ph idx="2" type="body"/>
          </p:nvPr>
        </p:nvSpPr>
        <p:spPr>
          <a:xfrm>
            <a:off x="768350" y="2969897"/>
            <a:ext cx="7613650" cy="509903"/>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200"/>
              <a:buNone/>
              <a:defRPr sz="1200"/>
            </a:lvl1pPr>
            <a:lvl2pPr indent="-228600" lvl="1" marL="914400" algn="l">
              <a:lnSpc>
                <a:spcPct val="90000"/>
              </a:lnSpc>
              <a:spcBef>
                <a:spcPts val="400"/>
              </a:spcBef>
              <a:spcAft>
                <a:spcPts val="0"/>
              </a:spcAft>
              <a:buClr>
                <a:schemeClr val="lt1"/>
              </a:buClr>
              <a:buSzPts val="1100"/>
              <a:buNone/>
              <a:defRPr sz="1100"/>
            </a:lvl2pPr>
            <a:lvl3pPr indent="-228600" lvl="2" marL="1371600" algn="l">
              <a:lnSpc>
                <a:spcPct val="90000"/>
              </a:lnSpc>
              <a:spcBef>
                <a:spcPts val="400"/>
              </a:spcBef>
              <a:spcAft>
                <a:spcPts val="0"/>
              </a:spcAft>
              <a:buClr>
                <a:schemeClr val="lt1"/>
              </a:buClr>
              <a:buSzPts val="900"/>
              <a:buNone/>
              <a:defRPr sz="900"/>
            </a:lvl3pPr>
            <a:lvl4pPr indent="-228600" lvl="3" marL="1828800" algn="l">
              <a:lnSpc>
                <a:spcPct val="90000"/>
              </a:lnSpc>
              <a:spcBef>
                <a:spcPts val="400"/>
              </a:spcBef>
              <a:spcAft>
                <a:spcPts val="0"/>
              </a:spcAft>
              <a:buClr>
                <a:schemeClr val="lt1"/>
              </a:buClr>
              <a:buSzPts val="800"/>
              <a:buNone/>
              <a:defRPr sz="800"/>
            </a:lvl4pPr>
            <a:lvl5pPr indent="-228600" lvl="4" marL="2286000" algn="l">
              <a:lnSpc>
                <a:spcPct val="90000"/>
              </a:lnSpc>
              <a:spcBef>
                <a:spcPts val="400"/>
              </a:spcBef>
              <a:spcAft>
                <a:spcPts val="0"/>
              </a:spcAft>
              <a:buClr>
                <a:schemeClr val="lt1"/>
              </a:buClr>
              <a:buSzPts val="800"/>
              <a:buNone/>
              <a:defRPr sz="800"/>
            </a:lvl5pPr>
            <a:lvl6pPr indent="-228600" lvl="5" marL="2743200" algn="l">
              <a:lnSpc>
                <a:spcPct val="90000"/>
              </a:lnSpc>
              <a:spcBef>
                <a:spcPts val="400"/>
              </a:spcBef>
              <a:spcAft>
                <a:spcPts val="0"/>
              </a:spcAft>
              <a:buClr>
                <a:schemeClr val="lt1"/>
              </a:buClr>
              <a:buSzPts val="800"/>
              <a:buNone/>
              <a:defRPr sz="800"/>
            </a:lvl6pPr>
            <a:lvl7pPr indent="-228600" lvl="6" marL="3200400" algn="l">
              <a:lnSpc>
                <a:spcPct val="90000"/>
              </a:lnSpc>
              <a:spcBef>
                <a:spcPts val="400"/>
              </a:spcBef>
              <a:spcAft>
                <a:spcPts val="0"/>
              </a:spcAft>
              <a:buClr>
                <a:schemeClr val="lt1"/>
              </a:buClr>
              <a:buSzPts val="800"/>
              <a:buNone/>
              <a:defRPr sz="800"/>
            </a:lvl7pPr>
            <a:lvl8pPr indent="-228600" lvl="7" marL="3657600" algn="l">
              <a:lnSpc>
                <a:spcPct val="90000"/>
              </a:lnSpc>
              <a:spcBef>
                <a:spcPts val="400"/>
              </a:spcBef>
              <a:spcAft>
                <a:spcPts val="0"/>
              </a:spcAft>
              <a:buClr>
                <a:schemeClr val="lt1"/>
              </a:buClr>
              <a:buSzPts val="800"/>
              <a:buNone/>
              <a:defRPr sz="800"/>
            </a:lvl8pPr>
            <a:lvl9pPr indent="-228600" lvl="8" marL="4114800" algn="l">
              <a:lnSpc>
                <a:spcPct val="90000"/>
              </a:lnSpc>
              <a:spcBef>
                <a:spcPts val="400"/>
              </a:spcBef>
              <a:spcAft>
                <a:spcPts val="0"/>
              </a:spcAft>
              <a:buClr>
                <a:schemeClr val="lt1"/>
              </a:buClr>
              <a:buSzPts val="800"/>
              <a:buNone/>
              <a:defRPr sz="800"/>
            </a:lvl9pPr>
          </a:lstStyle>
          <a:p/>
        </p:txBody>
      </p:sp>
      <p:sp>
        <p:nvSpPr>
          <p:cNvPr id="135" name="Google Shape;135;p25"/>
          <p:cNvSpPr txBox="1"/>
          <p:nvPr>
            <p:ph idx="10" type="dt"/>
          </p:nvPr>
        </p:nvSpPr>
        <p:spPr>
          <a:xfrm>
            <a:off x="5860839" y="285750"/>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25"/>
          <p:cNvSpPr txBox="1"/>
          <p:nvPr>
            <p:ph idx="11" type="ftr"/>
          </p:nvPr>
        </p:nvSpPr>
        <p:spPr>
          <a:xfrm>
            <a:off x="514350" y="284956"/>
            <a:ext cx="5243619"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25"/>
          <p:cNvSpPr txBox="1"/>
          <p:nvPr>
            <p:ph idx="12" type="sldNum"/>
          </p:nvPr>
        </p:nvSpPr>
        <p:spPr>
          <a:xfrm>
            <a:off x="8146839" y="285750"/>
            <a:ext cx="482811"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5"/>
          <p:cNvSpPr txBox="1"/>
          <p:nvPr/>
        </p:nvSpPr>
        <p:spPr>
          <a:xfrm>
            <a:off x="357188" y="700088"/>
            <a:ext cx="457200" cy="438582"/>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lt1"/>
              </a:buClr>
              <a:buSzPts val="6000"/>
              <a:buFont typeface="Century Gothic"/>
              <a:buNone/>
            </a:pPr>
            <a:r>
              <a:rPr b="0" i="0" lang="en" sz="6000" u="none" cap="none" strike="noStrike">
                <a:solidFill>
                  <a:schemeClr val="lt1"/>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139" name="Google Shape;139;p25"/>
          <p:cNvSpPr txBox="1"/>
          <p:nvPr/>
        </p:nvSpPr>
        <p:spPr>
          <a:xfrm>
            <a:off x="8238173" y="2025968"/>
            <a:ext cx="457200" cy="43858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chemeClr val="lt1"/>
              </a:buClr>
              <a:buSzPts val="6000"/>
              <a:buFont typeface="Century Gothic"/>
              <a:buNone/>
            </a:pPr>
            <a:r>
              <a:rPr b="0" i="0" lang="en" sz="6000" u="none" cap="none" strike="noStrike">
                <a:solidFill>
                  <a:schemeClr val="lt1"/>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40" name="Shape 140"/>
        <p:cNvGrpSpPr/>
        <p:nvPr/>
      </p:nvGrpSpPr>
      <p:grpSpPr>
        <a:xfrm>
          <a:off x="0" y="0"/>
          <a:ext cx="0" cy="0"/>
          <a:chOff x="0" y="0"/>
          <a:chExt cx="0" cy="0"/>
        </a:xfrm>
      </p:grpSpPr>
      <p:pic>
        <p:nvPicPr>
          <p:cNvPr descr="C0-HD-BTM.png" id="141" name="Google Shape;141;p26"/>
          <p:cNvPicPr preferRelativeResize="0"/>
          <p:nvPr/>
        </p:nvPicPr>
        <p:blipFill rotWithShape="1">
          <a:blip r:embed="rId2">
            <a:alphaModFix/>
          </a:blip>
          <a:srcRect b="0" l="0" r="0" t="0"/>
          <a:stretch/>
        </p:blipFill>
        <p:spPr>
          <a:xfrm>
            <a:off x="0" y="3281363"/>
            <a:ext cx="9144000" cy="1862138"/>
          </a:xfrm>
          <a:prstGeom prst="rect">
            <a:avLst/>
          </a:prstGeom>
          <a:noFill/>
          <a:ln>
            <a:noFill/>
          </a:ln>
        </p:spPr>
      </p:pic>
      <p:sp>
        <p:nvSpPr>
          <p:cNvPr id="142" name="Google Shape;142;p26"/>
          <p:cNvSpPr txBox="1"/>
          <p:nvPr>
            <p:ph type="title"/>
          </p:nvPr>
        </p:nvSpPr>
        <p:spPr>
          <a:xfrm>
            <a:off x="768371" y="843526"/>
            <a:ext cx="7609640" cy="1883876"/>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400"/>
              <a:buFont typeface="Century Gothic"/>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3" name="Google Shape;143;p26"/>
          <p:cNvSpPr txBox="1"/>
          <p:nvPr>
            <p:ph idx="1" type="body"/>
          </p:nvPr>
        </p:nvSpPr>
        <p:spPr>
          <a:xfrm>
            <a:off x="768350" y="2736236"/>
            <a:ext cx="7608491" cy="74991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200"/>
              <a:buNone/>
              <a:defRPr sz="1200"/>
            </a:lvl1pPr>
            <a:lvl2pPr indent="-228600" lvl="1" marL="914400" algn="l">
              <a:lnSpc>
                <a:spcPct val="90000"/>
              </a:lnSpc>
              <a:spcBef>
                <a:spcPts val="400"/>
              </a:spcBef>
              <a:spcAft>
                <a:spcPts val="0"/>
              </a:spcAft>
              <a:buClr>
                <a:schemeClr val="lt1"/>
              </a:buClr>
              <a:buSzPts val="1100"/>
              <a:buNone/>
              <a:defRPr sz="1100"/>
            </a:lvl2pPr>
            <a:lvl3pPr indent="-228600" lvl="2" marL="1371600" algn="l">
              <a:lnSpc>
                <a:spcPct val="90000"/>
              </a:lnSpc>
              <a:spcBef>
                <a:spcPts val="400"/>
              </a:spcBef>
              <a:spcAft>
                <a:spcPts val="0"/>
              </a:spcAft>
              <a:buClr>
                <a:schemeClr val="lt1"/>
              </a:buClr>
              <a:buSzPts val="900"/>
              <a:buNone/>
              <a:defRPr sz="900"/>
            </a:lvl3pPr>
            <a:lvl4pPr indent="-228600" lvl="3" marL="1828800" algn="l">
              <a:lnSpc>
                <a:spcPct val="90000"/>
              </a:lnSpc>
              <a:spcBef>
                <a:spcPts val="400"/>
              </a:spcBef>
              <a:spcAft>
                <a:spcPts val="0"/>
              </a:spcAft>
              <a:buClr>
                <a:schemeClr val="lt1"/>
              </a:buClr>
              <a:buSzPts val="800"/>
              <a:buNone/>
              <a:defRPr sz="800"/>
            </a:lvl4pPr>
            <a:lvl5pPr indent="-228600" lvl="4" marL="2286000" algn="l">
              <a:lnSpc>
                <a:spcPct val="90000"/>
              </a:lnSpc>
              <a:spcBef>
                <a:spcPts val="400"/>
              </a:spcBef>
              <a:spcAft>
                <a:spcPts val="0"/>
              </a:spcAft>
              <a:buClr>
                <a:schemeClr val="lt1"/>
              </a:buClr>
              <a:buSzPts val="800"/>
              <a:buNone/>
              <a:defRPr sz="800"/>
            </a:lvl5pPr>
            <a:lvl6pPr indent="-228600" lvl="5" marL="2743200" algn="l">
              <a:lnSpc>
                <a:spcPct val="90000"/>
              </a:lnSpc>
              <a:spcBef>
                <a:spcPts val="400"/>
              </a:spcBef>
              <a:spcAft>
                <a:spcPts val="0"/>
              </a:spcAft>
              <a:buClr>
                <a:schemeClr val="lt1"/>
              </a:buClr>
              <a:buSzPts val="800"/>
              <a:buNone/>
              <a:defRPr sz="800"/>
            </a:lvl6pPr>
            <a:lvl7pPr indent="-228600" lvl="6" marL="3200400" algn="l">
              <a:lnSpc>
                <a:spcPct val="90000"/>
              </a:lnSpc>
              <a:spcBef>
                <a:spcPts val="400"/>
              </a:spcBef>
              <a:spcAft>
                <a:spcPts val="0"/>
              </a:spcAft>
              <a:buClr>
                <a:schemeClr val="lt1"/>
              </a:buClr>
              <a:buSzPts val="800"/>
              <a:buNone/>
              <a:defRPr sz="800"/>
            </a:lvl7pPr>
            <a:lvl8pPr indent="-228600" lvl="7" marL="3657600" algn="l">
              <a:lnSpc>
                <a:spcPct val="90000"/>
              </a:lnSpc>
              <a:spcBef>
                <a:spcPts val="400"/>
              </a:spcBef>
              <a:spcAft>
                <a:spcPts val="0"/>
              </a:spcAft>
              <a:buClr>
                <a:schemeClr val="lt1"/>
              </a:buClr>
              <a:buSzPts val="800"/>
              <a:buNone/>
              <a:defRPr sz="800"/>
            </a:lvl8pPr>
            <a:lvl9pPr indent="-228600" lvl="8" marL="4114800" algn="l">
              <a:lnSpc>
                <a:spcPct val="90000"/>
              </a:lnSpc>
              <a:spcBef>
                <a:spcPts val="400"/>
              </a:spcBef>
              <a:spcAft>
                <a:spcPts val="0"/>
              </a:spcAft>
              <a:buClr>
                <a:schemeClr val="lt1"/>
              </a:buClr>
              <a:buSzPts val="800"/>
              <a:buNone/>
              <a:defRPr sz="800"/>
            </a:lvl9pPr>
          </a:lstStyle>
          <a:p/>
        </p:txBody>
      </p:sp>
      <p:sp>
        <p:nvSpPr>
          <p:cNvPr id="144" name="Google Shape;144;p26"/>
          <p:cNvSpPr txBox="1"/>
          <p:nvPr>
            <p:ph idx="10" type="dt"/>
          </p:nvPr>
        </p:nvSpPr>
        <p:spPr>
          <a:xfrm>
            <a:off x="5860839" y="284162"/>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 name="Google Shape;145;p26"/>
          <p:cNvSpPr txBox="1"/>
          <p:nvPr>
            <p:ph idx="11" type="ftr"/>
          </p:nvPr>
        </p:nvSpPr>
        <p:spPr>
          <a:xfrm>
            <a:off x="514350" y="284162"/>
            <a:ext cx="5243619"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6" name="Google Shape;146;p26"/>
          <p:cNvSpPr txBox="1"/>
          <p:nvPr>
            <p:ph idx="12" type="sldNum"/>
          </p:nvPr>
        </p:nvSpPr>
        <p:spPr>
          <a:xfrm>
            <a:off x="8146839" y="285750"/>
            <a:ext cx="482811"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47" name="Shape 147"/>
        <p:cNvGrpSpPr/>
        <p:nvPr/>
      </p:nvGrpSpPr>
      <p:grpSpPr>
        <a:xfrm>
          <a:off x="0" y="0"/>
          <a:ext cx="0" cy="0"/>
          <a:chOff x="0" y="0"/>
          <a:chExt cx="0" cy="0"/>
        </a:xfrm>
      </p:grpSpPr>
      <p:sp>
        <p:nvSpPr>
          <p:cNvPr id="148" name="Google Shape;148;p27"/>
          <p:cNvSpPr txBox="1"/>
          <p:nvPr>
            <p:ph type="title"/>
          </p:nvPr>
        </p:nvSpPr>
        <p:spPr>
          <a:xfrm>
            <a:off x="2171700" y="571499"/>
            <a:ext cx="6457949" cy="977900"/>
          </a:xfrm>
          <a:prstGeom prst="rect">
            <a:avLst/>
          </a:prstGeom>
          <a:noFill/>
          <a:ln>
            <a:noFill/>
          </a:ln>
        </p:spPr>
        <p:txBody>
          <a:bodyPr anchorCtr="0" anchor="ctr" bIns="34275" lIns="68575" spcFirstLastPara="1" rIns="68575" wrap="square" tIns="34275">
            <a:normAutofit/>
          </a:bodyPr>
          <a:lstStyle>
            <a:lvl1pPr lvl="0" algn="r">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9" name="Google Shape;149;p27"/>
          <p:cNvSpPr txBox="1"/>
          <p:nvPr>
            <p:ph idx="1" type="body"/>
          </p:nvPr>
        </p:nvSpPr>
        <p:spPr>
          <a:xfrm>
            <a:off x="514350" y="1651560"/>
            <a:ext cx="2592324" cy="46299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sz="18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150" name="Google Shape;150;p27"/>
          <p:cNvSpPr txBox="1"/>
          <p:nvPr>
            <p:ph idx="2" type="body"/>
          </p:nvPr>
        </p:nvSpPr>
        <p:spPr>
          <a:xfrm>
            <a:off x="514349" y="2178424"/>
            <a:ext cx="2592324" cy="2485599"/>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100"/>
              <a:buNone/>
              <a:defRPr sz="1100"/>
            </a:lvl1pPr>
            <a:lvl2pPr indent="-228600" lvl="1" marL="914400" algn="l">
              <a:lnSpc>
                <a:spcPct val="90000"/>
              </a:lnSpc>
              <a:spcBef>
                <a:spcPts val="400"/>
              </a:spcBef>
              <a:spcAft>
                <a:spcPts val="0"/>
              </a:spcAft>
              <a:buClr>
                <a:schemeClr val="lt1"/>
              </a:buClr>
              <a:buSzPts val="900"/>
              <a:buNone/>
              <a:defRPr sz="900"/>
            </a:lvl2pPr>
            <a:lvl3pPr indent="-228600" lvl="2" marL="1371600" algn="l">
              <a:lnSpc>
                <a:spcPct val="90000"/>
              </a:lnSpc>
              <a:spcBef>
                <a:spcPts val="400"/>
              </a:spcBef>
              <a:spcAft>
                <a:spcPts val="0"/>
              </a:spcAft>
              <a:buClr>
                <a:schemeClr val="lt1"/>
              </a:buClr>
              <a:buSzPts val="800"/>
              <a:buNone/>
              <a:defRPr sz="800"/>
            </a:lvl3pPr>
            <a:lvl4pPr indent="-228600" lvl="3" marL="1828800" algn="l">
              <a:lnSpc>
                <a:spcPct val="90000"/>
              </a:lnSpc>
              <a:spcBef>
                <a:spcPts val="400"/>
              </a:spcBef>
              <a:spcAft>
                <a:spcPts val="0"/>
              </a:spcAft>
              <a:buClr>
                <a:schemeClr val="lt1"/>
              </a:buClr>
              <a:buSzPts val="700"/>
              <a:buNone/>
              <a:defRPr sz="700"/>
            </a:lvl4pPr>
            <a:lvl5pPr indent="-228600" lvl="4" marL="2286000" algn="l">
              <a:lnSpc>
                <a:spcPct val="90000"/>
              </a:lnSpc>
              <a:spcBef>
                <a:spcPts val="400"/>
              </a:spcBef>
              <a:spcAft>
                <a:spcPts val="0"/>
              </a:spcAft>
              <a:buClr>
                <a:schemeClr val="lt1"/>
              </a:buClr>
              <a:buSzPts val="700"/>
              <a:buNone/>
              <a:defRPr sz="700"/>
            </a:lvl5pPr>
            <a:lvl6pPr indent="-228600" lvl="5" marL="2743200" algn="l">
              <a:lnSpc>
                <a:spcPct val="90000"/>
              </a:lnSpc>
              <a:spcBef>
                <a:spcPts val="400"/>
              </a:spcBef>
              <a:spcAft>
                <a:spcPts val="0"/>
              </a:spcAft>
              <a:buClr>
                <a:schemeClr val="lt1"/>
              </a:buClr>
              <a:buSzPts val="700"/>
              <a:buNone/>
              <a:defRPr sz="700"/>
            </a:lvl6pPr>
            <a:lvl7pPr indent="-228600" lvl="6" marL="3200400" algn="l">
              <a:lnSpc>
                <a:spcPct val="90000"/>
              </a:lnSpc>
              <a:spcBef>
                <a:spcPts val="400"/>
              </a:spcBef>
              <a:spcAft>
                <a:spcPts val="0"/>
              </a:spcAft>
              <a:buClr>
                <a:schemeClr val="lt1"/>
              </a:buClr>
              <a:buSzPts val="700"/>
              <a:buNone/>
              <a:defRPr sz="700"/>
            </a:lvl7pPr>
            <a:lvl8pPr indent="-228600" lvl="7" marL="3657600" algn="l">
              <a:lnSpc>
                <a:spcPct val="90000"/>
              </a:lnSpc>
              <a:spcBef>
                <a:spcPts val="400"/>
              </a:spcBef>
              <a:spcAft>
                <a:spcPts val="0"/>
              </a:spcAft>
              <a:buClr>
                <a:schemeClr val="lt1"/>
              </a:buClr>
              <a:buSzPts val="700"/>
              <a:buNone/>
              <a:defRPr sz="700"/>
            </a:lvl8pPr>
            <a:lvl9pPr indent="-228600" lvl="8" marL="4114800" algn="l">
              <a:lnSpc>
                <a:spcPct val="90000"/>
              </a:lnSpc>
              <a:spcBef>
                <a:spcPts val="400"/>
              </a:spcBef>
              <a:spcAft>
                <a:spcPts val="0"/>
              </a:spcAft>
              <a:buClr>
                <a:schemeClr val="lt1"/>
              </a:buClr>
              <a:buSzPts val="700"/>
              <a:buNone/>
              <a:defRPr sz="700"/>
            </a:lvl9pPr>
          </a:lstStyle>
          <a:p/>
        </p:txBody>
      </p:sp>
      <p:sp>
        <p:nvSpPr>
          <p:cNvPr id="151" name="Google Shape;151;p27"/>
          <p:cNvSpPr txBox="1"/>
          <p:nvPr>
            <p:ph idx="3" type="body"/>
          </p:nvPr>
        </p:nvSpPr>
        <p:spPr>
          <a:xfrm>
            <a:off x="3276600" y="1651000"/>
            <a:ext cx="2592324" cy="469901"/>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sz="18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152" name="Google Shape;152;p27"/>
          <p:cNvSpPr txBox="1"/>
          <p:nvPr>
            <p:ph idx="4" type="body"/>
          </p:nvPr>
        </p:nvSpPr>
        <p:spPr>
          <a:xfrm>
            <a:off x="3275143" y="2178050"/>
            <a:ext cx="2592324" cy="248596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100"/>
              <a:buNone/>
              <a:defRPr sz="1100"/>
            </a:lvl1pPr>
            <a:lvl2pPr indent="-228600" lvl="1" marL="914400" algn="l">
              <a:lnSpc>
                <a:spcPct val="90000"/>
              </a:lnSpc>
              <a:spcBef>
                <a:spcPts val="400"/>
              </a:spcBef>
              <a:spcAft>
                <a:spcPts val="0"/>
              </a:spcAft>
              <a:buClr>
                <a:schemeClr val="lt1"/>
              </a:buClr>
              <a:buSzPts val="900"/>
              <a:buNone/>
              <a:defRPr sz="900"/>
            </a:lvl2pPr>
            <a:lvl3pPr indent="-228600" lvl="2" marL="1371600" algn="l">
              <a:lnSpc>
                <a:spcPct val="90000"/>
              </a:lnSpc>
              <a:spcBef>
                <a:spcPts val="400"/>
              </a:spcBef>
              <a:spcAft>
                <a:spcPts val="0"/>
              </a:spcAft>
              <a:buClr>
                <a:schemeClr val="lt1"/>
              </a:buClr>
              <a:buSzPts val="800"/>
              <a:buNone/>
              <a:defRPr sz="800"/>
            </a:lvl3pPr>
            <a:lvl4pPr indent="-228600" lvl="3" marL="1828800" algn="l">
              <a:lnSpc>
                <a:spcPct val="90000"/>
              </a:lnSpc>
              <a:spcBef>
                <a:spcPts val="400"/>
              </a:spcBef>
              <a:spcAft>
                <a:spcPts val="0"/>
              </a:spcAft>
              <a:buClr>
                <a:schemeClr val="lt1"/>
              </a:buClr>
              <a:buSzPts val="700"/>
              <a:buNone/>
              <a:defRPr sz="700"/>
            </a:lvl4pPr>
            <a:lvl5pPr indent="-228600" lvl="4" marL="2286000" algn="l">
              <a:lnSpc>
                <a:spcPct val="90000"/>
              </a:lnSpc>
              <a:spcBef>
                <a:spcPts val="400"/>
              </a:spcBef>
              <a:spcAft>
                <a:spcPts val="0"/>
              </a:spcAft>
              <a:buClr>
                <a:schemeClr val="lt1"/>
              </a:buClr>
              <a:buSzPts val="700"/>
              <a:buNone/>
              <a:defRPr sz="700"/>
            </a:lvl5pPr>
            <a:lvl6pPr indent="-228600" lvl="5" marL="2743200" algn="l">
              <a:lnSpc>
                <a:spcPct val="90000"/>
              </a:lnSpc>
              <a:spcBef>
                <a:spcPts val="400"/>
              </a:spcBef>
              <a:spcAft>
                <a:spcPts val="0"/>
              </a:spcAft>
              <a:buClr>
                <a:schemeClr val="lt1"/>
              </a:buClr>
              <a:buSzPts val="700"/>
              <a:buNone/>
              <a:defRPr sz="700"/>
            </a:lvl6pPr>
            <a:lvl7pPr indent="-228600" lvl="6" marL="3200400" algn="l">
              <a:lnSpc>
                <a:spcPct val="90000"/>
              </a:lnSpc>
              <a:spcBef>
                <a:spcPts val="400"/>
              </a:spcBef>
              <a:spcAft>
                <a:spcPts val="0"/>
              </a:spcAft>
              <a:buClr>
                <a:schemeClr val="lt1"/>
              </a:buClr>
              <a:buSzPts val="700"/>
              <a:buNone/>
              <a:defRPr sz="700"/>
            </a:lvl7pPr>
            <a:lvl8pPr indent="-228600" lvl="7" marL="3657600" algn="l">
              <a:lnSpc>
                <a:spcPct val="90000"/>
              </a:lnSpc>
              <a:spcBef>
                <a:spcPts val="400"/>
              </a:spcBef>
              <a:spcAft>
                <a:spcPts val="0"/>
              </a:spcAft>
              <a:buClr>
                <a:schemeClr val="lt1"/>
              </a:buClr>
              <a:buSzPts val="700"/>
              <a:buNone/>
              <a:defRPr sz="700"/>
            </a:lvl8pPr>
            <a:lvl9pPr indent="-228600" lvl="8" marL="4114800" algn="l">
              <a:lnSpc>
                <a:spcPct val="90000"/>
              </a:lnSpc>
              <a:spcBef>
                <a:spcPts val="400"/>
              </a:spcBef>
              <a:spcAft>
                <a:spcPts val="0"/>
              </a:spcAft>
              <a:buClr>
                <a:schemeClr val="lt1"/>
              </a:buClr>
              <a:buSzPts val="700"/>
              <a:buNone/>
              <a:defRPr sz="700"/>
            </a:lvl9pPr>
          </a:lstStyle>
          <a:p/>
        </p:txBody>
      </p:sp>
      <p:sp>
        <p:nvSpPr>
          <p:cNvPr id="153" name="Google Shape;153;p27"/>
          <p:cNvSpPr txBox="1"/>
          <p:nvPr>
            <p:ph idx="5" type="body"/>
          </p:nvPr>
        </p:nvSpPr>
        <p:spPr>
          <a:xfrm>
            <a:off x="6038850" y="1644649"/>
            <a:ext cx="2592324" cy="469901"/>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sz="18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154" name="Google Shape;154;p27"/>
          <p:cNvSpPr txBox="1"/>
          <p:nvPr>
            <p:ph idx="6" type="body"/>
          </p:nvPr>
        </p:nvSpPr>
        <p:spPr>
          <a:xfrm>
            <a:off x="6038851" y="2178424"/>
            <a:ext cx="2592324" cy="2485599"/>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100"/>
              <a:buNone/>
              <a:defRPr sz="1100"/>
            </a:lvl1pPr>
            <a:lvl2pPr indent="-228600" lvl="1" marL="914400" algn="l">
              <a:lnSpc>
                <a:spcPct val="90000"/>
              </a:lnSpc>
              <a:spcBef>
                <a:spcPts val="400"/>
              </a:spcBef>
              <a:spcAft>
                <a:spcPts val="0"/>
              </a:spcAft>
              <a:buClr>
                <a:schemeClr val="lt1"/>
              </a:buClr>
              <a:buSzPts val="900"/>
              <a:buNone/>
              <a:defRPr sz="900"/>
            </a:lvl2pPr>
            <a:lvl3pPr indent="-228600" lvl="2" marL="1371600" algn="l">
              <a:lnSpc>
                <a:spcPct val="90000"/>
              </a:lnSpc>
              <a:spcBef>
                <a:spcPts val="400"/>
              </a:spcBef>
              <a:spcAft>
                <a:spcPts val="0"/>
              </a:spcAft>
              <a:buClr>
                <a:schemeClr val="lt1"/>
              </a:buClr>
              <a:buSzPts val="800"/>
              <a:buNone/>
              <a:defRPr sz="800"/>
            </a:lvl3pPr>
            <a:lvl4pPr indent="-228600" lvl="3" marL="1828800" algn="l">
              <a:lnSpc>
                <a:spcPct val="90000"/>
              </a:lnSpc>
              <a:spcBef>
                <a:spcPts val="400"/>
              </a:spcBef>
              <a:spcAft>
                <a:spcPts val="0"/>
              </a:spcAft>
              <a:buClr>
                <a:schemeClr val="lt1"/>
              </a:buClr>
              <a:buSzPts val="700"/>
              <a:buNone/>
              <a:defRPr sz="700"/>
            </a:lvl4pPr>
            <a:lvl5pPr indent="-228600" lvl="4" marL="2286000" algn="l">
              <a:lnSpc>
                <a:spcPct val="90000"/>
              </a:lnSpc>
              <a:spcBef>
                <a:spcPts val="400"/>
              </a:spcBef>
              <a:spcAft>
                <a:spcPts val="0"/>
              </a:spcAft>
              <a:buClr>
                <a:schemeClr val="lt1"/>
              </a:buClr>
              <a:buSzPts val="700"/>
              <a:buNone/>
              <a:defRPr sz="700"/>
            </a:lvl5pPr>
            <a:lvl6pPr indent="-228600" lvl="5" marL="2743200" algn="l">
              <a:lnSpc>
                <a:spcPct val="90000"/>
              </a:lnSpc>
              <a:spcBef>
                <a:spcPts val="400"/>
              </a:spcBef>
              <a:spcAft>
                <a:spcPts val="0"/>
              </a:spcAft>
              <a:buClr>
                <a:schemeClr val="lt1"/>
              </a:buClr>
              <a:buSzPts val="700"/>
              <a:buNone/>
              <a:defRPr sz="700"/>
            </a:lvl6pPr>
            <a:lvl7pPr indent="-228600" lvl="6" marL="3200400" algn="l">
              <a:lnSpc>
                <a:spcPct val="90000"/>
              </a:lnSpc>
              <a:spcBef>
                <a:spcPts val="400"/>
              </a:spcBef>
              <a:spcAft>
                <a:spcPts val="0"/>
              </a:spcAft>
              <a:buClr>
                <a:schemeClr val="lt1"/>
              </a:buClr>
              <a:buSzPts val="700"/>
              <a:buNone/>
              <a:defRPr sz="700"/>
            </a:lvl7pPr>
            <a:lvl8pPr indent="-228600" lvl="7" marL="3657600" algn="l">
              <a:lnSpc>
                <a:spcPct val="90000"/>
              </a:lnSpc>
              <a:spcBef>
                <a:spcPts val="400"/>
              </a:spcBef>
              <a:spcAft>
                <a:spcPts val="0"/>
              </a:spcAft>
              <a:buClr>
                <a:schemeClr val="lt1"/>
              </a:buClr>
              <a:buSzPts val="700"/>
              <a:buNone/>
              <a:defRPr sz="700"/>
            </a:lvl8pPr>
            <a:lvl9pPr indent="-228600" lvl="8" marL="4114800" algn="l">
              <a:lnSpc>
                <a:spcPct val="90000"/>
              </a:lnSpc>
              <a:spcBef>
                <a:spcPts val="400"/>
              </a:spcBef>
              <a:spcAft>
                <a:spcPts val="0"/>
              </a:spcAft>
              <a:buClr>
                <a:schemeClr val="lt1"/>
              </a:buClr>
              <a:buSzPts val="700"/>
              <a:buNone/>
              <a:defRPr sz="700"/>
            </a:lvl9pPr>
          </a:lstStyle>
          <a:p/>
        </p:txBody>
      </p:sp>
      <p:sp>
        <p:nvSpPr>
          <p:cNvPr id="155" name="Google Shape;155;p27"/>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27"/>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 name="Google Shape;157;p27"/>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58" name="Shape 158"/>
        <p:cNvGrpSpPr/>
        <p:nvPr/>
      </p:nvGrpSpPr>
      <p:grpSpPr>
        <a:xfrm>
          <a:off x="0" y="0"/>
          <a:ext cx="0" cy="0"/>
          <a:chOff x="0" y="0"/>
          <a:chExt cx="0" cy="0"/>
        </a:xfrm>
      </p:grpSpPr>
      <p:sp>
        <p:nvSpPr>
          <p:cNvPr id="159" name="Google Shape;159;p28"/>
          <p:cNvSpPr txBox="1"/>
          <p:nvPr>
            <p:ph type="title"/>
          </p:nvPr>
        </p:nvSpPr>
        <p:spPr>
          <a:xfrm>
            <a:off x="2171700" y="571500"/>
            <a:ext cx="6457949" cy="971550"/>
          </a:xfrm>
          <a:prstGeom prst="rect">
            <a:avLst/>
          </a:prstGeom>
          <a:noFill/>
          <a:ln>
            <a:noFill/>
          </a:ln>
        </p:spPr>
        <p:txBody>
          <a:bodyPr anchorCtr="0" anchor="ctr" bIns="34275" lIns="68575" spcFirstLastPara="1" rIns="68575" wrap="square" tIns="34275">
            <a:normAutofit/>
          </a:bodyPr>
          <a:lstStyle>
            <a:lvl1pPr lvl="0" algn="r">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0" name="Google Shape;160;p28"/>
          <p:cNvSpPr txBox="1"/>
          <p:nvPr>
            <p:ph idx="1" type="body"/>
          </p:nvPr>
        </p:nvSpPr>
        <p:spPr>
          <a:xfrm>
            <a:off x="516463" y="3143250"/>
            <a:ext cx="2588687" cy="512074"/>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sz="18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161" name="Google Shape;161;p28"/>
          <p:cNvSpPr/>
          <p:nvPr>
            <p:ph idx="2" type="pic"/>
          </p:nvPr>
        </p:nvSpPr>
        <p:spPr>
          <a:xfrm>
            <a:off x="516463" y="1771650"/>
            <a:ext cx="2588687" cy="1143000"/>
          </a:xfrm>
          <a:prstGeom prst="roundRect">
            <a:avLst>
              <a:gd fmla="val 0" name="adj"/>
            </a:avLst>
          </a:prstGeom>
          <a:noFill/>
          <a:ln>
            <a:noFill/>
          </a:ln>
          <a:effectLst>
            <a:outerShdw blurRad="50800" rotWithShape="0" algn="tl" dir="5400000" dist="50800">
              <a:srgbClr val="000000">
                <a:alpha val="41961"/>
              </a:srgbClr>
            </a:outerShdw>
          </a:effectLst>
        </p:spPr>
      </p:sp>
      <p:sp>
        <p:nvSpPr>
          <p:cNvPr id="162" name="Google Shape;162;p28"/>
          <p:cNvSpPr txBox="1"/>
          <p:nvPr>
            <p:ph idx="3" type="body"/>
          </p:nvPr>
        </p:nvSpPr>
        <p:spPr>
          <a:xfrm>
            <a:off x="516463" y="3655323"/>
            <a:ext cx="2588687" cy="100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100"/>
              <a:buNone/>
              <a:defRPr sz="1100"/>
            </a:lvl1pPr>
            <a:lvl2pPr indent="-228600" lvl="1" marL="914400" algn="l">
              <a:lnSpc>
                <a:spcPct val="90000"/>
              </a:lnSpc>
              <a:spcBef>
                <a:spcPts val="400"/>
              </a:spcBef>
              <a:spcAft>
                <a:spcPts val="0"/>
              </a:spcAft>
              <a:buClr>
                <a:schemeClr val="lt1"/>
              </a:buClr>
              <a:buSzPts val="900"/>
              <a:buNone/>
              <a:defRPr sz="900"/>
            </a:lvl2pPr>
            <a:lvl3pPr indent="-228600" lvl="2" marL="1371600" algn="l">
              <a:lnSpc>
                <a:spcPct val="90000"/>
              </a:lnSpc>
              <a:spcBef>
                <a:spcPts val="400"/>
              </a:spcBef>
              <a:spcAft>
                <a:spcPts val="0"/>
              </a:spcAft>
              <a:buClr>
                <a:schemeClr val="lt1"/>
              </a:buClr>
              <a:buSzPts val="800"/>
              <a:buNone/>
              <a:defRPr sz="800"/>
            </a:lvl3pPr>
            <a:lvl4pPr indent="-228600" lvl="3" marL="1828800" algn="l">
              <a:lnSpc>
                <a:spcPct val="90000"/>
              </a:lnSpc>
              <a:spcBef>
                <a:spcPts val="400"/>
              </a:spcBef>
              <a:spcAft>
                <a:spcPts val="0"/>
              </a:spcAft>
              <a:buClr>
                <a:schemeClr val="lt1"/>
              </a:buClr>
              <a:buSzPts val="700"/>
              <a:buNone/>
              <a:defRPr sz="700"/>
            </a:lvl4pPr>
            <a:lvl5pPr indent="-228600" lvl="4" marL="2286000" algn="l">
              <a:lnSpc>
                <a:spcPct val="90000"/>
              </a:lnSpc>
              <a:spcBef>
                <a:spcPts val="400"/>
              </a:spcBef>
              <a:spcAft>
                <a:spcPts val="0"/>
              </a:spcAft>
              <a:buClr>
                <a:schemeClr val="lt1"/>
              </a:buClr>
              <a:buSzPts val="700"/>
              <a:buNone/>
              <a:defRPr sz="700"/>
            </a:lvl5pPr>
            <a:lvl6pPr indent="-228600" lvl="5" marL="2743200" algn="l">
              <a:lnSpc>
                <a:spcPct val="90000"/>
              </a:lnSpc>
              <a:spcBef>
                <a:spcPts val="400"/>
              </a:spcBef>
              <a:spcAft>
                <a:spcPts val="0"/>
              </a:spcAft>
              <a:buClr>
                <a:schemeClr val="lt1"/>
              </a:buClr>
              <a:buSzPts val="700"/>
              <a:buNone/>
              <a:defRPr sz="700"/>
            </a:lvl6pPr>
            <a:lvl7pPr indent="-228600" lvl="6" marL="3200400" algn="l">
              <a:lnSpc>
                <a:spcPct val="90000"/>
              </a:lnSpc>
              <a:spcBef>
                <a:spcPts val="400"/>
              </a:spcBef>
              <a:spcAft>
                <a:spcPts val="0"/>
              </a:spcAft>
              <a:buClr>
                <a:schemeClr val="lt1"/>
              </a:buClr>
              <a:buSzPts val="700"/>
              <a:buNone/>
              <a:defRPr sz="700"/>
            </a:lvl7pPr>
            <a:lvl8pPr indent="-228600" lvl="7" marL="3657600" algn="l">
              <a:lnSpc>
                <a:spcPct val="90000"/>
              </a:lnSpc>
              <a:spcBef>
                <a:spcPts val="400"/>
              </a:spcBef>
              <a:spcAft>
                <a:spcPts val="0"/>
              </a:spcAft>
              <a:buClr>
                <a:schemeClr val="lt1"/>
              </a:buClr>
              <a:buSzPts val="700"/>
              <a:buNone/>
              <a:defRPr sz="700"/>
            </a:lvl8pPr>
            <a:lvl9pPr indent="-228600" lvl="8" marL="4114800" algn="l">
              <a:lnSpc>
                <a:spcPct val="90000"/>
              </a:lnSpc>
              <a:spcBef>
                <a:spcPts val="400"/>
              </a:spcBef>
              <a:spcAft>
                <a:spcPts val="0"/>
              </a:spcAft>
              <a:buClr>
                <a:schemeClr val="lt1"/>
              </a:buClr>
              <a:buSzPts val="700"/>
              <a:buNone/>
              <a:defRPr sz="700"/>
            </a:lvl9pPr>
          </a:lstStyle>
          <a:p/>
        </p:txBody>
      </p:sp>
      <p:sp>
        <p:nvSpPr>
          <p:cNvPr id="163" name="Google Shape;163;p28"/>
          <p:cNvSpPr txBox="1"/>
          <p:nvPr>
            <p:ph idx="4" type="body"/>
          </p:nvPr>
        </p:nvSpPr>
        <p:spPr>
          <a:xfrm>
            <a:off x="3280697" y="3143250"/>
            <a:ext cx="2586701" cy="512074"/>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sz="18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164" name="Google Shape;164;p28"/>
          <p:cNvSpPr/>
          <p:nvPr>
            <p:ph idx="5" type="pic"/>
          </p:nvPr>
        </p:nvSpPr>
        <p:spPr>
          <a:xfrm>
            <a:off x="3280697" y="1771650"/>
            <a:ext cx="2586702" cy="1143000"/>
          </a:xfrm>
          <a:prstGeom prst="roundRect">
            <a:avLst>
              <a:gd fmla="val 0" name="adj"/>
            </a:avLst>
          </a:prstGeom>
          <a:noFill/>
          <a:ln>
            <a:noFill/>
          </a:ln>
          <a:effectLst>
            <a:outerShdw blurRad="50800" rotWithShape="0" algn="tl" dir="5400000" dist="50800">
              <a:srgbClr val="000000">
                <a:alpha val="41961"/>
              </a:srgbClr>
            </a:outerShdw>
          </a:effectLst>
        </p:spPr>
      </p:sp>
      <p:sp>
        <p:nvSpPr>
          <p:cNvPr id="165" name="Google Shape;165;p28"/>
          <p:cNvSpPr txBox="1"/>
          <p:nvPr>
            <p:ph idx="6" type="body"/>
          </p:nvPr>
        </p:nvSpPr>
        <p:spPr>
          <a:xfrm>
            <a:off x="3280698" y="3655322"/>
            <a:ext cx="2586701" cy="100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100"/>
              <a:buNone/>
              <a:defRPr sz="1100"/>
            </a:lvl1pPr>
            <a:lvl2pPr indent="-228600" lvl="1" marL="914400" algn="l">
              <a:lnSpc>
                <a:spcPct val="90000"/>
              </a:lnSpc>
              <a:spcBef>
                <a:spcPts val="400"/>
              </a:spcBef>
              <a:spcAft>
                <a:spcPts val="0"/>
              </a:spcAft>
              <a:buClr>
                <a:schemeClr val="lt1"/>
              </a:buClr>
              <a:buSzPts val="900"/>
              <a:buNone/>
              <a:defRPr sz="900"/>
            </a:lvl2pPr>
            <a:lvl3pPr indent="-228600" lvl="2" marL="1371600" algn="l">
              <a:lnSpc>
                <a:spcPct val="90000"/>
              </a:lnSpc>
              <a:spcBef>
                <a:spcPts val="400"/>
              </a:spcBef>
              <a:spcAft>
                <a:spcPts val="0"/>
              </a:spcAft>
              <a:buClr>
                <a:schemeClr val="lt1"/>
              </a:buClr>
              <a:buSzPts val="800"/>
              <a:buNone/>
              <a:defRPr sz="800"/>
            </a:lvl3pPr>
            <a:lvl4pPr indent="-228600" lvl="3" marL="1828800" algn="l">
              <a:lnSpc>
                <a:spcPct val="90000"/>
              </a:lnSpc>
              <a:spcBef>
                <a:spcPts val="400"/>
              </a:spcBef>
              <a:spcAft>
                <a:spcPts val="0"/>
              </a:spcAft>
              <a:buClr>
                <a:schemeClr val="lt1"/>
              </a:buClr>
              <a:buSzPts val="700"/>
              <a:buNone/>
              <a:defRPr sz="700"/>
            </a:lvl4pPr>
            <a:lvl5pPr indent="-228600" lvl="4" marL="2286000" algn="l">
              <a:lnSpc>
                <a:spcPct val="90000"/>
              </a:lnSpc>
              <a:spcBef>
                <a:spcPts val="400"/>
              </a:spcBef>
              <a:spcAft>
                <a:spcPts val="0"/>
              </a:spcAft>
              <a:buClr>
                <a:schemeClr val="lt1"/>
              </a:buClr>
              <a:buSzPts val="700"/>
              <a:buNone/>
              <a:defRPr sz="700"/>
            </a:lvl5pPr>
            <a:lvl6pPr indent="-228600" lvl="5" marL="2743200" algn="l">
              <a:lnSpc>
                <a:spcPct val="90000"/>
              </a:lnSpc>
              <a:spcBef>
                <a:spcPts val="400"/>
              </a:spcBef>
              <a:spcAft>
                <a:spcPts val="0"/>
              </a:spcAft>
              <a:buClr>
                <a:schemeClr val="lt1"/>
              </a:buClr>
              <a:buSzPts val="700"/>
              <a:buNone/>
              <a:defRPr sz="700"/>
            </a:lvl6pPr>
            <a:lvl7pPr indent="-228600" lvl="6" marL="3200400" algn="l">
              <a:lnSpc>
                <a:spcPct val="90000"/>
              </a:lnSpc>
              <a:spcBef>
                <a:spcPts val="400"/>
              </a:spcBef>
              <a:spcAft>
                <a:spcPts val="0"/>
              </a:spcAft>
              <a:buClr>
                <a:schemeClr val="lt1"/>
              </a:buClr>
              <a:buSzPts val="700"/>
              <a:buNone/>
              <a:defRPr sz="700"/>
            </a:lvl7pPr>
            <a:lvl8pPr indent="-228600" lvl="7" marL="3657600" algn="l">
              <a:lnSpc>
                <a:spcPct val="90000"/>
              </a:lnSpc>
              <a:spcBef>
                <a:spcPts val="400"/>
              </a:spcBef>
              <a:spcAft>
                <a:spcPts val="0"/>
              </a:spcAft>
              <a:buClr>
                <a:schemeClr val="lt1"/>
              </a:buClr>
              <a:buSzPts val="700"/>
              <a:buNone/>
              <a:defRPr sz="700"/>
            </a:lvl8pPr>
            <a:lvl9pPr indent="-228600" lvl="8" marL="4114800" algn="l">
              <a:lnSpc>
                <a:spcPct val="90000"/>
              </a:lnSpc>
              <a:spcBef>
                <a:spcPts val="400"/>
              </a:spcBef>
              <a:spcAft>
                <a:spcPts val="0"/>
              </a:spcAft>
              <a:buClr>
                <a:schemeClr val="lt1"/>
              </a:buClr>
              <a:buSzPts val="700"/>
              <a:buNone/>
              <a:defRPr sz="700"/>
            </a:lvl9pPr>
          </a:lstStyle>
          <a:p/>
        </p:txBody>
      </p:sp>
      <p:sp>
        <p:nvSpPr>
          <p:cNvPr id="166" name="Google Shape;166;p28"/>
          <p:cNvSpPr txBox="1"/>
          <p:nvPr>
            <p:ph idx="7" type="body"/>
          </p:nvPr>
        </p:nvSpPr>
        <p:spPr>
          <a:xfrm>
            <a:off x="6037298" y="3143250"/>
            <a:ext cx="2592352" cy="512074"/>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sz="1800">
                <a:solidFill>
                  <a:schemeClr val="lt1"/>
                </a:solidFill>
              </a:defRPr>
            </a:lvl1pPr>
            <a:lvl2pPr indent="-228600" lvl="1" marL="914400" algn="l">
              <a:lnSpc>
                <a:spcPct val="90000"/>
              </a:lnSpc>
              <a:spcBef>
                <a:spcPts val="400"/>
              </a:spcBef>
              <a:spcAft>
                <a:spcPts val="0"/>
              </a:spcAft>
              <a:buClr>
                <a:schemeClr val="lt1"/>
              </a:buClr>
              <a:buSzPts val="1500"/>
              <a:buNone/>
              <a:defRPr b="1" sz="1500"/>
            </a:lvl2pPr>
            <a:lvl3pPr indent="-228600" lvl="2" marL="1371600" algn="l">
              <a:lnSpc>
                <a:spcPct val="90000"/>
              </a:lnSpc>
              <a:spcBef>
                <a:spcPts val="400"/>
              </a:spcBef>
              <a:spcAft>
                <a:spcPts val="0"/>
              </a:spcAft>
              <a:buClr>
                <a:schemeClr val="lt1"/>
              </a:buClr>
              <a:buSzPts val="1400"/>
              <a:buNone/>
              <a:defRPr b="1" sz="1400"/>
            </a:lvl3pPr>
            <a:lvl4pPr indent="-228600" lvl="3" marL="1828800" algn="l">
              <a:lnSpc>
                <a:spcPct val="90000"/>
              </a:lnSpc>
              <a:spcBef>
                <a:spcPts val="400"/>
              </a:spcBef>
              <a:spcAft>
                <a:spcPts val="0"/>
              </a:spcAft>
              <a:buClr>
                <a:schemeClr val="lt1"/>
              </a:buClr>
              <a:buSzPts val="1200"/>
              <a:buNone/>
              <a:defRPr b="1" sz="1200"/>
            </a:lvl4pPr>
            <a:lvl5pPr indent="-228600" lvl="4" marL="2286000" algn="l">
              <a:lnSpc>
                <a:spcPct val="90000"/>
              </a:lnSpc>
              <a:spcBef>
                <a:spcPts val="400"/>
              </a:spcBef>
              <a:spcAft>
                <a:spcPts val="0"/>
              </a:spcAft>
              <a:buClr>
                <a:schemeClr val="lt1"/>
              </a:buClr>
              <a:buSzPts val="1200"/>
              <a:buNone/>
              <a:defRPr b="1" sz="1200"/>
            </a:lvl5pPr>
            <a:lvl6pPr indent="-228600" lvl="5" marL="2743200" algn="l">
              <a:lnSpc>
                <a:spcPct val="90000"/>
              </a:lnSpc>
              <a:spcBef>
                <a:spcPts val="400"/>
              </a:spcBef>
              <a:spcAft>
                <a:spcPts val="0"/>
              </a:spcAft>
              <a:buClr>
                <a:schemeClr val="lt1"/>
              </a:buClr>
              <a:buSzPts val="1200"/>
              <a:buNone/>
              <a:defRPr b="1" sz="1200"/>
            </a:lvl6pPr>
            <a:lvl7pPr indent="-228600" lvl="6" marL="3200400" algn="l">
              <a:lnSpc>
                <a:spcPct val="90000"/>
              </a:lnSpc>
              <a:spcBef>
                <a:spcPts val="400"/>
              </a:spcBef>
              <a:spcAft>
                <a:spcPts val="0"/>
              </a:spcAft>
              <a:buClr>
                <a:schemeClr val="lt1"/>
              </a:buClr>
              <a:buSzPts val="1200"/>
              <a:buNone/>
              <a:defRPr b="1" sz="1200"/>
            </a:lvl7pPr>
            <a:lvl8pPr indent="-228600" lvl="7" marL="3657600" algn="l">
              <a:lnSpc>
                <a:spcPct val="90000"/>
              </a:lnSpc>
              <a:spcBef>
                <a:spcPts val="400"/>
              </a:spcBef>
              <a:spcAft>
                <a:spcPts val="0"/>
              </a:spcAft>
              <a:buClr>
                <a:schemeClr val="lt1"/>
              </a:buClr>
              <a:buSzPts val="1200"/>
              <a:buNone/>
              <a:defRPr b="1" sz="1200"/>
            </a:lvl8pPr>
            <a:lvl9pPr indent="-228600" lvl="8" marL="4114800" algn="l">
              <a:lnSpc>
                <a:spcPct val="90000"/>
              </a:lnSpc>
              <a:spcBef>
                <a:spcPts val="400"/>
              </a:spcBef>
              <a:spcAft>
                <a:spcPts val="0"/>
              </a:spcAft>
              <a:buClr>
                <a:schemeClr val="lt1"/>
              </a:buClr>
              <a:buSzPts val="1200"/>
              <a:buNone/>
              <a:defRPr b="1" sz="1200"/>
            </a:lvl9pPr>
          </a:lstStyle>
          <a:p/>
        </p:txBody>
      </p:sp>
      <p:sp>
        <p:nvSpPr>
          <p:cNvPr id="167" name="Google Shape;167;p28"/>
          <p:cNvSpPr/>
          <p:nvPr>
            <p:ph idx="8" type="pic"/>
          </p:nvPr>
        </p:nvSpPr>
        <p:spPr>
          <a:xfrm>
            <a:off x="6037391" y="1771650"/>
            <a:ext cx="2585908" cy="1143000"/>
          </a:xfrm>
          <a:prstGeom prst="roundRect">
            <a:avLst>
              <a:gd fmla="val 0" name="adj"/>
            </a:avLst>
          </a:prstGeom>
          <a:noFill/>
          <a:ln>
            <a:noFill/>
          </a:ln>
          <a:effectLst>
            <a:outerShdw blurRad="50800" rotWithShape="0" algn="tl" dir="5400000" dist="50800">
              <a:srgbClr val="000000">
                <a:alpha val="41961"/>
              </a:srgbClr>
            </a:outerShdw>
          </a:effectLst>
        </p:spPr>
      </p:sp>
      <p:sp>
        <p:nvSpPr>
          <p:cNvPr id="168" name="Google Shape;168;p28"/>
          <p:cNvSpPr txBox="1"/>
          <p:nvPr>
            <p:ph idx="9" type="body"/>
          </p:nvPr>
        </p:nvSpPr>
        <p:spPr>
          <a:xfrm>
            <a:off x="6037298" y="3655321"/>
            <a:ext cx="2589334" cy="100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100"/>
              <a:buNone/>
              <a:defRPr sz="1100"/>
            </a:lvl1pPr>
            <a:lvl2pPr indent="-228600" lvl="1" marL="914400" algn="l">
              <a:lnSpc>
                <a:spcPct val="90000"/>
              </a:lnSpc>
              <a:spcBef>
                <a:spcPts val="400"/>
              </a:spcBef>
              <a:spcAft>
                <a:spcPts val="0"/>
              </a:spcAft>
              <a:buClr>
                <a:schemeClr val="lt1"/>
              </a:buClr>
              <a:buSzPts val="900"/>
              <a:buNone/>
              <a:defRPr sz="900"/>
            </a:lvl2pPr>
            <a:lvl3pPr indent="-228600" lvl="2" marL="1371600" algn="l">
              <a:lnSpc>
                <a:spcPct val="90000"/>
              </a:lnSpc>
              <a:spcBef>
                <a:spcPts val="400"/>
              </a:spcBef>
              <a:spcAft>
                <a:spcPts val="0"/>
              </a:spcAft>
              <a:buClr>
                <a:schemeClr val="lt1"/>
              </a:buClr>
              <a:buSzPts val="800"/>
              <a:buNone/>
              <a:defRPr sz="800"/>
            </a:lvl3pPr>
            <a:lvl4pPr indent="-228600" lvl="3" marL="1828800" algn="l">
              <a:lnSpc>
                <a:spcPct val="90000"/>
              </a:lnSpc>
              <a:spcBef>
                <a:spcPts val="400"/>
              </a:spcBef>
              <a:spcAft>
                <a:spcPts val="0"/>
              </a:spcAft>
              <a:buClr>
                <a:schemeClr val="lt1"/>
              </a:buClr>
              <a:buSzPts val="700"/>
              <a:buNone/>
              <a:defRPr sz="700"/>
            </a:lvl4pPr>
            <a:lvl5pPr indent="-228600" lvl="4" marL="2286000" algn="l">
              <a:lnSpc>
                <a:spcPct val="90000"/>
              </a:lnSpc>
              <a:spcBef>
                <a:spcPts val="400"/>
              </a:spcBef>
              <a:spcAft>
                <a:spcPts val="0"/>
              </a:spcAft>
              <a:buClr>
                <a:schemeClr val="lt1"/>
              </a:buClr>
              <a:buSzPts val="700"/>
              <a:buNone/>
              <a:defRPr sz="700"/>
            </a:lvl5pPr>
            <a:lvl6pPr indent="-228600" lvl="5" marL="2743200" algn="l">
              <a:lnSpc>
                <a:spcPct val="90000"/>
              </a:lnSpc>
              <a:spcBef>
                <a:spcPts val="400"/>
              </a:spcBef>
              <a:spcAft>
                <a:spcPts val="0"/>
              </a:spcAft>
              <a:buClr>
                <a:schemeClr val="lt1"/>
              </a:buClr>
              <a:buSzPts val="700"/>
              <a:buNone/>
              <a:defRPr sz="700"/>
            </a:lvl6pPr>
            <a:lvl7pPr indent="-228600" lvl="6" marL="3200400" algn="l">
              <a:lnSpc>
                <a:spcPct val="90000"/>
              </a:lnSpc>
              <a:spcBef>
                <a:spcPts val="400"/>
              </a:spcBef>
              <a:spcAft>
                <a:spcPts val="0"/>
              </a:spcAft>
              <a:buClr>
                <a:schemeClr val="lt1"/>
              </a:buClr>
              <a:buSzPts val="700"/>
              <a:buNone/>
              <a:defRPr sz="700"/>
            </a:lvl7pPr>
            <a:lvl8pPr indent="-228600" lvl="7" marL="3657600" algn="l">
              <a:lnSpc>
                <a:spcPct val="90000"/>
              </a:lnSpc>
              <a:spcBef>
                <a:spcPts val="400"/>
              </a:spcBef>
              <a:spcAft>
                <a:spcPts val="0"/>
              </a:spcAft>
              <a:buClr>
                <a:schemeClr val="lt1"/>
              </a:buClr>
              <a:buSzPts val="700"/>
              <a:buNone/>
              <a:defRPr sz="700"/>
            </a:lvl8pPr>
            <a:lvl9pPr indent="-228600" lvl="8" marL="4114800" algn="l">
              <a:lnSpc>
                <a:spcPct val="90000"/>
              </a:lnSpc>
              <a:spcBef>
                <a:spcPts val="400"/>
              </a:spcBef>
              <a:spcAft>
                <a:spcPts val="0"/>
              </a:spcAft>
              <a:buClr>
                <a:schemeClr val="lt1"/>
              </a:buClr>
              <a:buSzPts val="700"/>
              <a:buNone/>
              <a:defRPr sz="700"/>
            </a:lvl9pPr>
          </a:lstStyle>
          <a:p/>
        </p:txBody>
      </p:sp>
      <p:sp>
        <p:nvSpPr>
          <p:cNvPr id="169" name="Google Shape;169;p28"/>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0" name="Google Shape;170;p28"/>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1" name="Google Shape;171;p28"/>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2" name="Shape 172"/>
        <p:cNvGrpSpPr/>
        <p:nvPr/>
      </p:nvGrpSpPr>
      <p:grpSpPr>
        <a:xfrm>
          <a:off x="0" y="0"/>
          <a:ext cx="0" cy="0"/>
          <a:chOff x="0" y="0"/>
          <a:chExt cx="0" cy="0"/>
        </a:xfrm>
      </p:grpSpPr>
      <p:sp>
        <p:nvSpPr>
          <p:cNvPr id="173" name="Google Shape;173;p29"/>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lvl1pPr lvl="0" algn="r">
              <a:lnSpc>
                <a:spcPct val="90000"/>
              </a:lnSpc>
              <a:spcBef>
                <a:spcPts val="0"/>
              </a:spcBef>
              <a:spcAft>
                <a:spcPts val="0"/>
              </a:spcAft>
              <a:buClr>
                <a:schemeClr val="l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4" name="Google Shape;174;p29"/>
          <p:cNvSpPr txBox="1"/>
          <p:nvPr>
            <p:ph idx="1" type="body"/>
          </p:nvPr>
        </p:nvSpPr>
        <p:spPr>
          <a:xfrm rot="5400000">
            <a:off x="3062953" y="-902684"/>
            <a:ext cx="3018094" cy="8115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175" name="Google Shape;175;p29"/>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 name="Google Shape;176;p29"/>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7" name="Google Shape;177;p29"/>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8" name="Shape 178"/>
        <p:cNvGrpSpPr/>
        <p:nvPr/>
      </p:nvGrpSpPr>
      <p:grpSpPr>
        <a:xfrm>
          <a:off x="0" y="0"/>
          <a:ext cx="0" cy="0"/>
          <a:chOff x="0" y="0"/>
          <a:chExt cx="0" cy="0"/>
        </a:xfrm>
      </p:grpSpPr>
      <p:pic>
        <p:nvPicPr>
          <p:cNvPr descr="C0-HD-BTM.png" id="179" name="Google Shape;179;p30"/>
          <p:cNvPicPr preferRelativeResize="0"/>
          <p:nvPr/>
        </p:nvPicPr>
        <p:blipFill rotWithShape="1">
          <a:blip r:embed="rId2">
            <a:alphaModFix/>
          </a:blip>
          <a:srcRect b="0" l="0" r="0" t="0"/>
          <a:stretch/>
        </p:blipFill>
        <p:spPr>
          <a:xfrm>
            <a:off x="0" y="3281363"/>
            <a:ext cx="9144000" cy="1862138"/>
          </a:xfrm>
          <a:prstGeom prst="rect">
            <a:avLst/>
          </a:prstGeom>
          <a:noFill/>
          <a:ln>
            <a:noFill/>
          </a:ln>
        </p:spPr>
      </p:pic>
      <p:sp>
        <p:nvSpPr>
          <p:cNvPr id="180" name="Google Shape;180;p30"/>
          <p:cNvSpPr txBox="1"/>
          <p:nvPr>
            <p:ph type="title"/>
          </p:nvPr>
        </p:nvSpPr>
        <p:spPr>
          <a:xfrm rot="5400000">
            <a:off x="6394450" y="1250950"/>
            <a:ext cx="2927350" cy="15430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0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1" name="Google Shape;181;p30"/>
          <p:cNvSpPr txBox="1"/>
          <p:nvPr>
            <p:ph idx="1" type="body"/>
          </p:nvPr>
        </p:nvSpPr>
        <p:spPr>
          <a:xfrm rot="5400000">
            <a:off x="2381250" y="-1054100"/>
            <a:ext cx="2927350" cy="615315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182" name="Google Shape;182;p30"/>
          <p:cNvSpPr txBox="1"/>
          <p:nvPr>
            <p:ph idx="10" type="dt"/>
          </p:nvPr>
        </p:nvSpPr>
        <p:spPr>
          <a:xfrm>
            <a:off x="5860839" y="284956"/>
            <a:ext cx="2183130" cy="273844"/>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3" name="Google Shape;183;p30"/>
          <p:cNvSpPr txBox="1"/>
          <p:nvPr>
            <p:ph idx="11" type="ftr"/>
          </p:nvPr>
        </p:nvSpPr>
        <p:spPr>
          <a:xfrm>
            <a:off x="514350" y="285750"/>
            <a:ext cx="5243619"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4" name="Google Shape;184;p30"/>
          <p:cNvSpPr txBox="1"/>
          <p:nvPr>
            <p:ph idx="12" type="sldNum"/>
          </p:nvPr>
        </p:nvSpPr>
        <p:spPr>
          <a:xfrm>
            <a:off x="8146839" y="285750"/>
            <a:ext cx="482811"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5" Type="http://schemas.openxmlformats.org/officeDocument/2006/relationships/slideLayout" Target="../slideLayouts/slideLayout15.xml"/><Relationship Id="rId19" Type="http://schemas.openxmlformats.org/officeDocument/2006/relationships/theme" Target="../theme/theme1.xml"/><Relationship Id="rId6" Type="http://schemas.openxmlformats.org/officeDocument/2006/relationships/slideLayout" Target="../slideLayouts/slideLayout16.xml"/><Relationship Id="rId18" Type="http://schemas.openxmlformats.org/officeDocument/2006/relationships/slideLayout" Target="../slideLayouts/slideLayout28.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 name="Shape 50"/>
        <p:cNvGrpSpPr/>
        <p:nvPr/>
      </p:nvGrpSpPr>
      <p:grpSpPr>
        <a:xfrm>
          <a:off x="0" y="0"/>
          <a:ext cx="0" cy="0"/>
          <a:chOff x="0" y="0"/>
          <a:chExt cx="0" cy="0"/>
        </a:xfrm>
      </p:grpSpPr>
      <p:pic>
        <p:nvPicPr>
          <p:cNvPr descr="C0-HD-TOP.png" id="51" name="Google Shape;51;p13"/>
          <p:cNvPicPr preferRelativeResize="0"/>
          <p:nvPr/>
        </p:nvPicPr>
        <p:blipFill rotWithShape="1">
          <a:blip r:embed="rId1">
            <a:alphaModFix/>
          </a:blip>
          <a:srcRect b="0" l="0" r="0" t="0"/>
          <a:stretch/>
        </p:blipFill>
        <p:spPr>
          <a:xfrm>
            <a:off x="0" y="0"/>
            <a:ext cx="9144000" cy="1081087"/>
          </a:xfrm>
          <a:prstGeom prst="rect">
            <a:avLst/>
          </a:prstGeom>
          <a:noFill/>
          <a:ln>
            <a:noFill/>
          </a:ln>
        </p:spPr>
      </p:pic>
      <p:sp>
        <p:nvSpPr>
          <p:cNvPr id="52" name="Google Shape;52;p13"/>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lvl1pPr lvl="0" marR="0" rtl="0" algn="r">
              <a:lnSpc>
                <a:spcPct val="90000"/>
              </a:lnSpc>
              <a:spcBef>
                <a:spcPts val="0"/>
              </a:spcBef>
              <a:spcAft>
                <a:spcPts val="0"/>
              </a:spcAft>
              <a:buClr>
                <a:schemeClr val="lt1"/>
              </a:buClr>
              <a:buSzPts val="3000"/>
              <a:buFont typeface="Century Gothic"/>
              <a:buNone/>
              <a:defRPr b="0" i="0" sz="3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p13"/>
          <p:cNvSpPr txBox="1"/>
          <p:nvPr>
            <p:ph idx="1" type="body"/>
          </p:nvPr>
        </p:nvSpPr>
        <p:spPr>
          <a:xfrm>
            <a:off x="514350" y="1645920"/>
            <a:ext cx="8115300" cy="3018094"/>
          </a:xfrm>
          <a:prstGeom prst="rect">
            <a:avLst/>
          </a:prstGeom>
          <a:noFill/>
          <a:ln>
            <a:noFill/>
          </a:ln>
        </p:spPr>
        <p:txBody>
          <a:bodyPr anchorCtr="0" anchor="t" bIns="34275" lIns="68575" spcFirstLastPara="1" rIns="68575" wrap="square" tIns="34275">
            <a:normAutofit/>
          </a:bodyPr>
          <a:lstStyle>
            <a:lvl1pPr indent="-336550" lvl="0" marL="457200" marR="0" rtl="0" algn="l">
              <a:lnSpc>
                <a:spcPct val="90000"/>
              </a:lnSpc>
              <a:spcBef>
                <a:spcPts val="800"/>
              </a:spcBef>
              <a:spcAft>
                <a:spcPts val="0"/>
              </a:spcAft>
              <a:buClr>
                <a:schemeClr val="lt1"/>
              </a:buClr>
              <a:buSzPts val="1700"/>
              <a:buFont typeface="Arial"/>
              <a:buChar char="•"/>
              <a:defRPr b="0" i="0" sz="1700" u="none" cap="none" strike="noStrike">
                <a:solidFill>
                  <a:schemeClr val="lt1"/>
                </a:solidFill>
                <a:latin typeface="Century Gothic"/>
                <a:ea typeface="Century Gothic"/>
                <a:cs typeface="Century Gothic"/>
                <a:sym typeface="Century Gothic"/>
              </a:defRPr>
            </a:lvl1pPr>
            <a:lvl2pPr indent="-323850" lvl="1" marL="914400" marR="0" rtl="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Century Gothic"/>
                <a:ea typeface="Century Gothic"/>
                <a:cs typeface="Century Gothic"/>
                <a:sym typeface="Century Gothic"/>
              </a:defRPr>
            </a:lvl2pPr>
            <a:lvl3pPr indent="-317500" lvl="2" marL="13716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entury Gothic"/>
                <a:ea typeface="Century Gothic"/>
                <a:cs typeface="Century Gothic"/>
                <a:sym typeface="Century Gothic"/>
              </a:defRPr>
            </a:lvl3pPr>
            <a:lvl4pPr indent="-304800" lvl="3" marL="1828800" marR="0" rtl="0" algn="l">
              <a:lnSpc>
                <a:spcPct val="90000"/>
              </a:lnSpc>
              <a:spcBef>
                <a:spcPts val="400"/>
              </a:spcBef>
              <a:spcAft>
                <a:spcPts val="0"/>
              </a:spcAft>
              <a:buClr>
                <a:schemeClr val="lt1"/>
              </a:buClr>
              <a:buSzPts val="1200"/>
              <a:buFont typeface="Arial"/>
              <a:buChar char="•"/>
              <a:defRPr b="0" i="0" sz="1200" u="none" cap="none" strike="noStrike">
                <a:solidFill>
                  <a:schemeClr val="lt1"/>
                </a:solidFill>
                <a:latin typeface="Century Gothic"/>
                <a:ea typeface="Century Gothic"/>
                <a:cs typeface="Century Gothic"/>
                <a:sym typeface="Century Gothic"/>
              </a:defRPr>
            </a:lvl4pPr>
            <a:lvl5pPr indent="-304800" lvl="4" marL="2286000" marR="0" rtl="0" algn="l">
              <a:lnSpc>
                <a:spcPct val="90000"/>
              </a:lnSpc>
              <a:spcBef>
                <a:spcPts val="400"/>
              </a:spcBef>
              <a:spcAft>
                <a:spcPts val="0"/>
              </a:spcAft>
              <a:buClr>
                <a:schemeClr val="lt1"/>
              </a:buClr>
              <a:buSzPts val="1200"/>
              <a:buFont typeface="Arial"/>
              <a:buChar char="•"/>
              <a:defRPr b="0" i="0" sz="1200" u="none" cap="none" strike="noStrike">
                <a:solidFill>
                  <a:schemeClr val="lt1"/>
                </a:solidFill>
                <a:latin typeface="Century Gothic"/>
                <a:ea typeface="Century Gothic"/>
                <a:cs typeface="Century Gothic"/>
                <a:sym typeface="Century Gothic"/>
              </a:defRPr>
            </a:lvl5pPr>
            <a:lvl6pPr indent="-304800" lvl="5" marL="2743200" marR="0" rtl="0" algn="l">
              <a:lnSpc>
                <a:spcPct val="90000"/>
              </a:lnSpc>
              <a:spcBef>
                <a:spcPts val="400"/>
              </a:spcBef>
              <a:spcAft>
                <a:spcPts val="0"/>
              </a:spcAft>
              <a:buClr>
                <a:schemeClr val="lt1"/>
              </a:buClr>
              <a:buSzPts val="1200"/>
              <a:buFont typeface="Arial"/>
              <a:buChar char="•"/>
              <a:defRPr b="0" i="0" sz="1200" u="none" cap="none" strike="noStrike">
                <a:solidFill>
                  <a:schemeClr val="lt1"/>
                </a:solidFill>
                <a:latin typeface="Century Gothic"/>
                <a:ea typeface="Century Gothic"/>
                <a:cs typeface="Century Gothic"/>
                <a:sym typeface="Century Gothic"/>
              </a:defRPr>
            </a:lvl6pPr>
            <a:lvl7pPr indent="-304800" lvl="6" marL="3200400" marR="0" rtl="0" algn="l">
              <a:lnSpc>
                <a:spcPct val="90000"/>
              </a:lnSpc>
              <a:spcBef>
                <a:spcPts val="400"/>
              </a:spcBef>
              <a:spcAft>
                <a:spcPts val="0"/>
              </a:spcAft>
              <a:buClr>
                <a:schemeClr val="lt1"/>
              </a:buClr>
              <a:buSzPts val="1200"/>
              <a:buFont typeface="Arial"/>
              <a:buChar char="•"/>
              <a:defRPr b="0" i="0" sz="1200" u="none" cap="none" strike="noStrike">
                <a:solidFill>
                  <a:schemeClr val="lt1"/>
                </a:solidFill>
                <a:latin typeface="Century Gothic"/>
                <a:ea typeface="Century Gothic"/>
                <a:cs typeface="Century Gothic"/>
                <a:sym typeface="Century Gothic"/>
              </a:defRPr>
            </a:lvl7pPr>
            <a:lvl8pPr indent="-304800" lvl="7" marL="3657600" marR="0" rtl="0" algn="l">
              <a:lnSpc>
                <a:spcPct val="90000"/>
              </a:lnSpc>
              <a:spcBef>
                <a:spcPts val="400"/>
              </a:spcBef>
              <a:spcAft>
                <a:spcPts val="0"/>
              </a:spcAft>
              <a:buClr>
                <a:schemeClr val="lt1"/>
              </a:buClr>
              <a:buSzPts val="1200"/>
              <a:buFont typeface="Arial"/>
              <a:buChar char="•"/>
              <a:defRPr b="0" i="0" sz="1200" u="none" cap="none" strike="noStrike">
                <a:solidFill>
                  <a:schemeClr val="lt1"/>
                </a:solidFill>
                <a:latin typeface="Century Gothic"/>
                <a:ea typeface="Century Gothic"/>
                <a:cs typeface="Century Gothic"/>
                <a:sym typeface="Century Gothic"/>
              </a:defRPr>
            </a:lvl8pPr>
            <a:lvl9pPr indent="-304800" lvl="8" marL="4114800" marR="0" rtl="0" algn="l">
              <a:lnSpc>
                <a:spcPct val="90000"/>
              </a:lnSpc>
              <a:spcBef>
                <a:spcPts val="400"/>
              </a:spcBef>
              <a:spcAft>
                <a:spcPts val="0"/>
              </a:spcAft>
              <a:buClr>
                <a:schemeClr val="lt1"/>
              </a:buClr>
              <a:buSzPts val="1200"/>
              <a:buFont typeface="Arial"/>
              <a:buChar char="•"/>
              <a:defRPr b="0" i="0" sz="1200" u="none" cap="none" strike="noStrike">
                <a:solidFill>
                  <a:schemeClr val="lt1"/>
                </a:solidFill>
                <a:latin typeface="Century Gothic"/>
                <a:ea typeface="Century Gothic"/>
                <a:cs typeface="Century Gothic"/>
                <a:sym typeface="Century Gothic"/>
              </a:defRPr>
            </a:lvl9pPr>
          </a:lstStyle>
          <a:p/>
        </p:txBody>
      </p:sp>
      <p:sp>
        <p:nvSpPr>
          <p:cNvPr id="54" name="Google Shape;54;p13"/>
          <p:cNvSpPr txBox="1"/>
          <p:nvPr>
            <p:ph idx="10" type="dt"/>
          </p:nvPr>
        </p:nvSpPr>
        <p:spPr>
          <a:xfrm>
            <a:off x="6446520" y="4767263"/>
            <a:ext cx="2183130" cy="273844"/>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Clr>
                <a:srgbClr val="000000"/>
              </a:buClr>
              <a:buSzPts val="1100"/>
              <a:buFont typeface="Arial"/>
              <a:buNone/>
              <a:defRPr b="0" i="0" sz="8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9pPr>
          </a:lstStyle>
          <a:p/>
        </p:txBody>
      </p:sp>
      <p:sp>
        <p:nvSpPr>
          <p:cNvPr id="55" name="Google Shape;55;p13"/>
          <p:cNvSpPr txBox="1"/>
          <p:nvPr>
            <p:ph idx="11" type="ftr"/>
          </p:nvPr>
        </p:nvSpPr>
        <p:spPr>
          <a:xfrm>
            <a:off x="514350" y="4766884"/>
            <a:ext cx="58293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8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9pPr>
          </a:lstStyle>
          <a:p/>
        </p:txBody>
      </p:sp>
      <p:sp>
        <p:nvSpPr>
          <p:cNvPr id="56" name="Google Shape;56;p13"/>
          <p:cNvSpPr txBox="1"/>
          <p:nvPr>
            <p:ph idx="12" type="sldNum"/>
          </p:nvPr>
        </p:nvSpPr>
        <p:spPr>
          <a:xfrm>
            <a:off x="6572250" y="285750"/>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hyperlink" Target="https://cmu-sei.github.io/secure-coding-standards/sei-cert-cpp-coding-standard/" TargetMode="External"/><Relationship Id="rId4" Type="http://schemas.openxmlformats.org/officeDocument/2006/relationships/hyperlink" Target="https://cmu-sei.github.io/secure-coding-standards/sei-cert-cpp-coding-standard/rules/characters-and-strings-str/str50-cpp/" TargetMode="External"/><Relationship Id="rId5" Type="http://schemas.openxmlformats.org/officeDocument/2006/relationships/hyperlink" Target="https://cmu-sei.github.io/secure-coding-standards/sei-cert-cpp-coding-standard/rules/memory-management-mem/mem50-cpp/" TargetMode="External"/><Relationship Id="rId6" Type="http://schemas.openxmlformats.org/officeDocument/2006/relationships/hyperlink" Target="https://cmu-sei.github.io/secure-coding-standards/sei-cert-cpp-coding-standard/rules/characters-and-strings-str/str53-cpp/" TargetMode="External"/><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ctrTitle"/>
          </p:nvPr>
        </p:nvSpPr>
        <p:spPr>
          <a:xfrm>
            <a:off x="1028700" y="1342615"/>
            <a:ext cx="7086600" cy="136882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4500"/>
              <a:buFont typeface="Century Gothic"/>
              <a:buNone/>
            </a:pPr>
            <a:r>
              <a:rPr lang="en"/>
              <a:t>Green Pace</a:t>
            </a:r>
            <a:endParaRPr/>
          </a:p>
        </p:txBody>
      </p:sp>
      <p:sp>
        <p:nvSpPr>
          <p:cNvPr id="190" name="Google Shape;190;p31"/>
          <p:cNvSpPr txBox="1"/>
          <p:nvPr>
            <p:ph idx="1" type="subTitle"/>
          </p:nvPr>
        </p:nvSpPr>
        <p:spPr>
          <a:xfrm>
            <a:off x="1028700" y="2724150"/>
            <a:ext cx="7086600" cy="1171194"/>
          </a:xfrm>
          <a:prstGeom prst="rect">
            <a:avLst/>
          </a:prstGeom>
          <a:noFill/>
          <a:ln>
            <a:noFill/>
          </a:ln>
        </p:spPr>
        <p:txBody>
          <a:bodyPr anchorCtr="0" anchor="t" bIns="34275" lIns="68575" spcFirstLastPara="1" rIns="68575" wrap="square" tIns="34275">
            <a:normAutofit/>
          </a:bodyPr>
          <a:lstStyle/>
          <a:p>
            <a:pPr indent="0" lvl="0" marL="0" rtl="0" algn="l">
              <a:lnSpc>
                <a:spcPct val="70000"/>
              </a:lnSpc>
              <a:spcBef>
                <a:spcPts val="0"/>
              </a:spcBef>
              <a:spcAft>
                <a:spcPts val="0"/>
              </a:spcAft>
              <a:buClr>
                <a:schemeClr val="lt1"/>
              </a:buClr>
              <a:buSzPts val="1400"/>
              <a:buNone/>
            </a:pPr>
            <a:r>
              <a:rPr lang="en" sz="1400"/>
              <a:t>Security Policy Presentation</a:t>
            </a:r>
            <a:endParaRPr/>
          </a:p>
          <a:p>
            <a:pPr indent="0" lvl="0" marL="0" rtl="0" algn="l">
              <a:lnSpc>
                <a:spcPct val="70000"/>
              </a:lnSpc>
              <a:spcBef>
                <a:spcPts val="800"/>
              </a:spcBef>
              <a:spcAft>
                <a:spcPts val="0"/>
              </a:spcAft>
              <a:buClr>
                <a:schemeClr val="lt1"/>
              </a:buClr>
              <a:buSzPts val="1400"/>
              <a:buNone/>
            </a:pPr>
            <a:r>
              <a:rPr lang="en" sz="1400"/>
              <a:t>Developer: </a:t>
            </a:r>
            <a:r>
              <a:rPr i="1" lang="en" sz="1400"/>
              <a:t>Cameron Sharp</a:t>
            </a:r>
            <a:endParaRPr i="1"/>
          </a:p>
        </p:txBody>
      </p:sp>
      <p:pic>
        <p:nvPicPr>
          <p:cNvPr descr="Green Pace logo" id="191" name="Google Shape;191;p31"/>
          <p:cNvPicPr preferRelativeResize="0"/>
          <p:nvPr/>
        </p:nvPicPr>
        <p:blipFill rotWithShape="1">
          <a:blip r:embed="rId3">
            <a:alphaModFix/>
          </a:blip>
          <a:srcRect b="0" l="0" r="0" t="0"/>
          <a:stretch/>
        </p:blipFill>
        <p:spPr>
          <a:xfrm>
            <a:off x="5580581" y="494890"/>
            <a:ext cx="2191068" cy="284007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1342950" y="5"/>
            <a:ext cx="6458100" cy="969900"/>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OVERVIEW: DEFENSE IN DEPTH</a:t>
            </a:r>
            <a:endParaRPr/>
          </a:p>
        </p:txBody>
      </p:sp>
      <p:sp>
        <p:nvSpPr>
          <p:cNvPr id="197" name="Google Shape;197;p32"/>
          <p:cNvSpPr txBox="1"/>
          <p:nvPr>
            <p:ph idx="1" type="body"/>
          </p:nvPr>
        </p:nvSpPr>
        <p:spPr>
          <a:xfrm>
            <a:off x="0" y="1366050"/>
            <a:ext cx="5006100" cy="37773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0"/>
              </a:spcAft>
              <a:buSzPct val="82353"/>
              <a:buNone/>
            </a:pPr>
            <a:r>
              <a:rPr lang="en"/>
              <a:t>Purpose of the Security Policy:</a:t>
            </a:r>
            <a:endParaRPr/>
          </a:p>
          <a:p>
            <a:pPr indent="0" lvl="0" marL="520700" rtl="0" algn="l">
              <a:lnSpc>
                <a:spcPct val="90000"/>
              </a:lnSpc>
              <a:spcBef>
                <a:spcPts val="0"/>
              </a:spcBef>
              <a:spcAft>
                <a:spcPts val="0"/>
              </a:spcAft>
              <a:buSzPct val="82353"/>
              <a:buNone/>
            </a:pPr>
            <a:r>
              <a:t/>
            </a:r>
            <a:endParaRPr/>
          </a:p>
          <a:p>
            <a:pPr indent="-310833" lvl="0" marL="457200" rtl="0" algn="l">
              <a:lnSpc>
                <a:spcPct val="90000"/>
              </a:lnSpc>
              <a:spcBef>
                <a:spcPts val="0"/>
              </a:spcBef>
              <a:spcAft>
                <a:spcPts val="0"/>
              </a:spcAft>
              <a:buSzPct val="82353"/>
              <a:buChar char="•"/>
            </a:pPr>
            <a:r>
              <a:rPr lang="en"/>
              <a:t>Standardize secure development practices</a:t>
            </a:r>
            <a:endParaRPr/>
          </a:p>
          <a:p>
            <a:pPr indent="-310833" lvl="0" marL="457200" rtl="0" algn="l">
              <a:lnSpc>
                <a:spcPct val="90000"/>
              </a:lnSpc>
              <a:spcBef>
                <a:spcPts val="0"/>
              </a:spcBef>
              <a:spcAft>
                <a:spcPts val="0"/>
              </a:spcAft>
              <a:buSzPct val="82353"/>
              <a:buChar char="•"/>
            </a:pPr>
            <a:r>
              <a:rPr lang="en"/>
              <a:t>Identify and reduce coding vulnerabilities</a:t>
            </a:r>
            <a:endParaRPr/>
          </a:p>
          <a:p>
            <a:pPr indent="-310833" lvl="0" marL="457200" rtl="0" algn="l">
              <a:lnSpc>
                <a:spcPct val="90000"/>
              </a:lnSpc>
              <a:spcBef>
                <a:spcPts val="0"/>
              </a:spcBef>
              <a:spcAft>
                <a:spcPts val="0"/>
              </a:spcAft>
              <a:buSzPct val="82353"/>
              <a:buChar char="•"/>
            </a:pPr>
            <a:r>
              <a:rPr lang="en"/>
              <a:t>Integrate security into the DevOps process</a:t>
            </a:r>
            <a:endParaRPr/>
          </a:p>
          <a:p>
            <a:pPr indent="-310833" lvl="0" marL="457200" rtl="0" algn="l">
              <a:lnSpc>
                <a:spcPct val="90000"/>
              </a:lnSpc>
              <a:spcBef>
                <a:spcPts val="0"/>
              </a:spcBef>
              <a:spcAft>
                <a:spcPts val="0"/>
              </a:spcAft>
              <a:buSzPct val="82353"/>
              <a:buChar char="•"/>
            </a:pPr>
            <a:r>
              <a:rPr lang="en"/>
              <a:t>Automate security testing and compliance</a:t>
            </a:r>
            <a:endParaRPr/>
          </a:p>
          <a:p>
            <a:pPr indent="-310833" lvl="0" marL="457200" rtl="0" algn="l">
              <a:lnSpc>
                <a:spcPct val="90000"/>
              </a:lnSpc>
              <a:spcBef>
                <a:spcPts val="0"/>
              </a:spcBef>
              <a:spcAft>
                <a:spcPts val="0"/>
              </a:spcAft>
              <a:buSzPct val="82353"/>
              <a:buChar char="•"/>
            </a:pPr>
            <a:r>
              <a:rPr lang="en"/>
              <a:t>Protect systems throughout the development lifecycle</a:t>
            </a:r>
            <a:endParaRPr/>
          </a:p>
          <a:p>
            <a:pPr indent="-310833" lvl="0" marL="457200" rtl="0" algn="l">
              <a:lnSpc>
                <a:spcPct val="90000"/>
              </a:lnSpc>
              <a:spcBef>
                <a:spcPts val="0"/>
              </a:spcBef>
              <a:spcAft>
                <a:spcPts val="0"/>
              </a:spcAft>
              <a:buSzPct val="82353"/>
              <a:buChar char="•"/>
            </a:pPr>
            <a:r>
              <a:rPr lang="en"/>
              <a:t>Support Green Pace's defense-in-depth mission</a:t>
            </a:r>
            <a:endParaRPr/>
          </a:p>
          <a:p>
            <a:pPr indent="-310833" lvl="0" marL="457200" rtl="0" algn="l">
              <a:lnSpc>
                <a:spcPct val="90000"/>
              </a:lnSpc>
              <a:spcBef>
                <a:spcPts val="0"/>
              </a:spcBef>
              <a:spcAft>
                <a:spcPts val="0"/>
              </a:spcAft>
              <a:buSzPct val="82353"/>
              <a:buChar char="•"/>
            </a:pPr>
            <a:r>
              <a:rPr lang="en"/>
              <a:t>Prepare for security and policy compliance audits</a:t>
            </a:r>
            <a:endParaRPr/>
          </a:p>
          <a:p>
            <a:pPr indent="0" lvl="0" marL="520700" rtl="0" algn="l">
              <a:lnSpc>
                <a:spcPct val="90000"/>
              </a:lnSpc>
              <a:spcBef>
                <a:spcPts val="0"/>
              </a:spcBef>
              <a:spcAft>
                <a:spcPts val="0"/>
              </a:spcAft>
              <a:buSzPct val="82353"/>
              <a:buNone/>
            </a:pPr>
            <a:r>
              <a:t/>
            </a:r>
            <a:endParaRPr/>
          </a:p>
          <a:p>
            <a:pPr indent="0" lvl="0" marL="0" rtl="0" algn="l">
              <a:lnSpc>
                <a:spcPct val="90000"/>
              </a:lnSpc>
              <a:spcBef>
                <a:spcPts val="0"/>
              </a:spcBef>
              <a:spcAft>
                <a:spcPts val="0"/>
              </a:spcAft>
              <a:buSzPct val="82353"/>
              <a:buNone/>
            </a:pPr>
            <a:r>
              <a:rPr lang="en"/>
              <a:t>Defense in Depth:</a:t>
            </a:r>
            <a:endParaRPr/>
          </a:p>
          <a:p>
            <a:pPr indent="0" lvl="0" marL="520700" rtl="0" algn="l">
              <a:lnSpc>
                <a:spcPct val="90000"/>
              </a:lnSpc>
              <a:spcBef>
                <a:spcPts val="0"/>
              </a:spcBef>
              <a:spcAft>
                <a:spcPts val="0"/>
              </a:spcAft>
              <a:buSzPct val="82353"/>
              <a:buNone/>
            </a:pPr>
            <a:r>
              <a:t/>
            </a:r>
            <a:endParaRPr/>
          </a:p>
          <a:p>
            <a:pPr indent="0" lvl="0" marL="520700" rtl="0" algn="l">
              <a:lnSpc>
                <a:spcPct val="90000"/>
              </a:lnSpc>
              <a:spcBef>
                <a:spcPts val="0"/>
              </a:spcBef>
              <a:spcAft>
                <a:spcPts val="0"/>
              </a:spcAft>
              <a:buSzPct val="82353"/>
              <a:buNone/>
            </a:pPr>
            <a:r>
              <a:rPr lang="en"/>
              <a:t>Multiple security controls work together so that failure of one control does not result in complete system compromise.</a:t>
            </a:r>
            <a:endParaRPr/>
          </a:p>
          <a:p>
            <a:pPr indent="0" lvl="0" marL="0" rtl="0" algn="l">
              <a:lnSpc>
                <a:spcPct val="90000"/>
              </a:lnSpc>
              <a:spcBef>
                <a:spcPts val="800"/>
              </a:spcBef>
              <a:spcAft>
                <a:spcPts val="0"/>
              </a:spcAft>
              <a:buClr>
                <a:schemeClr val="lt1"/>
              </a:buClr>
              <a:buSzPct val="100000"/>
              <a:buNone/>
            </a:pPr>
            <a:r>
              <a:t/>
            </a:r>
            <a:endParaRPr/>
          </a:p>
        </p:txBody>
      </p:sp>
      <p:pic>
        <p:nvPicPr>
          <p:cNvPr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id="198" name="Google Shape;198;p32"/>
          <p:cNvPicPr preferRelativeResize="0"/>
          <p:nvPr/>
        </p:nvPicPr>
        <p:blipFill rotWithShape="1">
          <a:blip r:embed="rId3">
            <a:alphaModFix/>
          </a:blip>
          <a:srcRect b="0" l="0" r="0" t="0"/>
          <a:stretch/>
        </p:blipFill>
        <p:spPr>
          <a:xfrm>
            <a:off x="5006100" y="1285875"/>
            <a:ext cx="4137901" cy="2434800"/>
          </a:xfrm>
          <a:prstGeom prst="rect">
            <a:avLst/>
          </a:prstGeom>
          <a:noFill/>
          <a:ln>
            <a:noFill/>
          </a:ln>
        </p:spPr>
      </p:pic>
      <p:pic>
        <p:nvPicPr>
          <p:cNvPr descr="Green Pace logo" id="199" name="Google Shape;199;p32"/>
          <p:cNvPicPr preferRelativeResize="0"/>
          <p:nvPr/>
        </p:nvPicPr>
        <p:blipFill rotWithShape="1">
          <a:blip r:embed="rId4">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1342950" y="5"/>
            <a:ext cx="6458100" cy="969900"/>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THREATS MATRIX</a:t>
            </a:r>
            <a:endParaRPr/>
          </a:p>
        </p:txBody>
      </p:sp>
      <p:sp>
        <p:nvSpPr>
          <p:cNvPr id="205" name="Google Shape;205;p33"/>
          <p:cNvSpPr txBox="1"/>
          <p:nvPr>
            <p:ph idx="1" type="body"/>
          </p:nvPr>
        </p:nvSpPr>
        <p:spPr>
          <a:xfrm>
            <a:off x="0" y="1285875"/>
            <a:ext cx="3930000" cy="3378300"/>
          </a:xfrm>
          <a:prstGeom prst="rect">
            <a:avLst/>
          </a:prstGeom>
          <a:noFill/>
          <a:ln>
            <a:noFill/>
          </a:ln>
        </p:spPr>
        <p:txBody>
          <a:bodyPr anchorCtr="0" anchor="t" bIns="34275" lIns="68575" spcFirstLastPara="1" rIns="68575" wrap="square" tIns="34275">
            <a:normAutofit/>
          </a:bodyPr>
          <a:lstStyle/>
          <a:p>
            <a:pPr indent="0" lvl="0" marL="177800" rtl="0" algn="l">
              <a:lnSpc>
                <a:spcPct val="107916"/>
              </a:lnSpc>
              <a:spcBef>
                <a:spcPts val="0"/>
              </a:spcBef>
              <a:spcAft>
                <a:spcPts val="0"/>
              </a:spcAft>
              <a:buSzPts val="1400"/>
              <a:buNone/>
            </a:pPr>
            <a:r>
              <a:rPr lang="en" sz="1500">
                <a:solidFill>
                  <a:srgbClr val="FFFFFF"/>
                </a:solidFill>
              </a:rPr>
              <a:t>Major risks:</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Buffer overflow and invalid memory access</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SQL injection</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Integer overflow/conversion errors</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Improper string handling</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Race conditions</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Resource leaks</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Improper exception handling</a:t>
            </a:r>
            <a:endParaRPr sz="1500">
              <a:solidFill>
                <a:srgbClr val="FFFFFF"/>
              </a:solidFill>
            </a:endParaRPr>
          </a:p>
          <a:p>
            <a:pPr indent="-323850" lvl="0" marL="457200" rtl="0" algn="l">
              <a:lnSpc>
                <a:spcPct val="107916"/>
              </a:lnSpc>
              <a:spcBef>
                <a:spcPts val="0"/>
              </a:spcBef>
              <a:spcAft>
                <a:spcPts val="0"/>
              </a:spcAft>
              <a:buClr>
                <a:srgbClr val="FFFFFF"/>
              </a:buClr>
              <a:buSzPts val="1500"/>
              <a:buChar char="•"/>
            </a:pPr>
            <a:r>
              <a:rPr lang="en" sz="1500">
                <a:solidFill>
                  <a:srgbClr val="FFFFFF"/>
                </a:solidFill>
              </a:rPr>
              <a:t>Predictable random values</a:t>
            </a:r>
            <a:endParaRPr sz="1500">
              <a:solidFill>
                <a:srgbClr val="FFFFFF"/>
              </a:solidFill>
            </a:endParaRPr>
          </a:p>
          <a:p>
            <a:pPr indent="-76200" lvl="0" marL="177800" rtl="0" algn="l">
              <a:lnSpc>
                <a:spcPct val="90000"/>
              </a:lnSpc>
              <a:spcBef>
                <a:spcPts val="800"/>
              </a:spcBef>
              <a:spcAft>
                <a:spcPts val="0"/>
              </a:spcAft>
              <a:buClr>
                <a:schemeClr val="lt1"/>
              </a:buClr>
              <a:buSzPts val="1700"/>
              <a:buNone/>
            </a:pPr>
            <a:r>
              <a:t/>
            </a:r>
            <a:endParaRPr/>
          </a:p>
        </p:txBody>
      </p:sp>
      <p:graphicFrame>
        <p:nvGraphicFramePr>
          <p:cNvPr descr="Alt text required" id="206" name="Google Shape;206;p33"/>
          <p:cNvGraphicFramePr/>
          <p:nvPr/>
        </p:nvGraphicFramePr>
        <p:xfrm>
          <a:off x="3993675" y="1426438"/>
          <a:ext cx="3000000" cy="3000000"/>
        </p:xfrm>
        <a:graphic>
          <a:graphicData uri="http://schemas.openxmlformats.org/drawingml/2006/table">
            <a:tbl>
              <a:tblPr firstCol="1" firstRow="1">
                <a:noFill/>
                <a:tableStyleId>{A0E87956-765A-4DDB-B8C3-DE713B56A6EE}</a:tableStyleId>
              </a:tblPr>
              <a:tblGrid>
                <a:gridCol w="2563925"/>
                <a:gridCol w="2420400"/>
              </a:tblGrid>
              <a:tr h="1326975">
                <a:tc>
                  <a:txBody>
                    <a:bodyPr/>
                    <a:lstStyle/>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STD-001 Data Type</a:t>
                      </a:r>
                      <a:endParaRPr sz="1000">
                        <a:solidFill>
                          <a:srgbClr val="FFD966"/>
                        </a:solidFill>
                      </a:endParaRPr>
                    </a:p>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STD-002 Data Value</a:t>
                      </a:r>
                      <a:endParaRPr sz="1000">
                        <a:solidFill>
                          <a:srgbClr val="FFD966"/>
                        </a:solidFill>
                      </a:endParaRPr>
                    </a:p>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STD-003 String Correctness</a:t>
                      </a:r>
                      <a:endParaRPr sz="1000">
                        <a:solidFill>
                          <a:srgbClr val="FFD966"/>
                        </a:solidFill>
                      </a:endParaRPr>
                    </a:p>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STD-004 SQL Injection</a:t>
                      </a:r>
                      <a:endParaRPr sz="1000">
                        <a:solidFill>
                          <a:srgbClr val="FFD966"/>
                        </a:solidFill>
                      </a:endParaRPr>
                    </a:p>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STD-005 Memory Protection</a:t>
                      </a:r>
                      <a:endParaRPr sz="1000">
                        <a:solidFill>
                          <a:srgbClr val="FFD966"/>
                        </a:solidFill>
                      </a:endParaRPr>
                    </a:p>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STD-008 Concurrency</a:t>
                      </a:r>
                      <a:endParaRPr sz="1000">
                        <a:solidFill>
                          <a:srgbClr val="FFD966"/>
                        </a:solidFill>
                      </a:endParaRPr>
                    </a:p>
                  </a:txBody>
                  <a:tcPr marT="68575" marB="6857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STD-010 Randomness</a:t>
                      </a:r>
                      <a:endParaRPr sz="1000" u="none" cap="none" strike="noStrike"/>
                    </a:p>
                  </a:txBody>
                  <a:tcPr marT="68575" marB="6857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r h="1326975">
                <a:tc>
                  <a:txBody>
                    <a:bodyPr/>
                    <a:lstStyle/>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STD-006 Assertions</a:t>
                      </a:r>
                      <a:endParaRPr sz="1000">
                        <a:solidFill>
                          <a:srgbClr val="FFD966"/>
                        </a:solidFill>
                      </a:endParaRPr>
                    </a:p>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STD-007 Exceptions</a:t>
                      </a:r>
                      <a:endParaRPr sz="1000">
                        <a:solidFill>
                          <a:srgbClr val="FFD966"/>
                        </a:solidFill>
                      </a:endParaRPr>
                    </a:p>
                    <a:p>
                      <a:pPr indent="0" lvl="0" marL="0" marR="0" rtl="0" algn="ctr">
                        <a:lnSpc>
                          <a:spcPct val="100000"/>
                        </a:lnSpc>
                        <a:spcBef>
                          <a:spcPts val="0"/>
                        </a:spcBef>
                        <a:spcAft>
                          <a:spcPts val="0"/>
                        </a:spcAft>
                        <a:buClr>
                          <a:srgbClr val="000000"/>
                        </a:buClr>
                        <a:buSzPts val="2700"/>
                        <a:buFont typeface="Arial"/>
                        <a:buNone/>
                      </a:pPr>
                      <a:r>
                        <a:rPr lang="en" sz="1000">
                          <a:solidFill>
                            <a:srgbClr val="FFD966"/>
                          </a:solidFill>
                        </a:rPr>
                        <a:t>STD-009 Resource Management</a:t>
                      </a:r>
                      <a:endParaRPr sz="1000">
                        <a:solidFill>
                          <a:srgbClr val="FFD966"/>
                        </a:solidFill>
                      </a:endParaRPr>
                    </a:p>
                  </a:txBody>
                  <a:tcPr marT="68575" marB="6857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Clr>
                          <a:schemeClr val="dk1"/>
                        </a:buClr>
                        <a:buSzPts val="2700"/>
                        <a:buFont typeface="Arial"/>
                        <a:buNone/>
                      </a:pPr>
                      <a:r>
                        <a:rPr lang="en" sz="2700">
                          <a:solidFill>
                            <a:srgbClr val="FFD966"/>
                          </a:solidFill>
                        </a:rPr>
                        <a:t>_</a:t>
                      </a:r>
                      <a:endParaRPr sz="2700" u="none" cap="none" strike="noStrike"/>
                    </a:p>
                  </a:txBody>
                  <a:tcPr marT="68575" marB="68575" marR="68575" marL="6857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bl>
          </a:graphicData>
        </a:graphic>
      </p:graphicFrame>
      <p:pic>
        <p:nvPicPr>
          <p:cNvPr descr="Green Pace logo" id="207" name="Google Shape;207;p33"/>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1342950" y="1"/>
            <a:ext cx="6458100" cy="723000"/>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10 PRINCIPLES</a:t>
            </a:r>
            <a:endParaRPr/>
          </a:p>
        </p:txBody>
      </p:sp>
      <p:pic>
        <p:nvPicPr>
          <p:cNvPr descr="Green Pace logo" id="213" name="Google Shape;213;p34"/>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graphicFrame>
        <p:nvGraphicFramePr>
          <p:cNvPr id="214" name="Google Shape;214;p34"/>
          <p:cNvGraphicFramePr/>
          <p:nvPr/>
        </p:nvGraphicFramePr>
        <p:xfrm>
          <a:off x="653475" y="640650"/>
          <a:ext cx="3000000" cy="3000000"/>
        </p:xfrm>
        <a:graphic>
          <a:graphicData uri="http://schemas.openxmlformats.org/drawingml/2006/table">
            <a:tbl>
              <a:tblPr>
                <a:noFill/>
                <a:tableStyleId>{6A0025E8-6266-4F68-BC92-D62AD6DC3BDA}</a:tableStyleId>
              </a:tblPr>
              <a:tblGrid>
                <a:gridCol w="2542575"/>
                <a:gridCol w="2542575"/>
                <a:gridCol w="2542575"/>
              </a:tblGrid>
              <a:tr h="398875">
                <a:tc>
                  <a:txBody>
                    <a:bodyPr/>
                    <a:lstStyle/>
                    <a:p>
                      <a:pPr indent="0" lvl="0" marL="0" rtl="0" algn="ctr">
                        <a:spcBef>
                          <a:spcPts val="0"/>
                        </a:spcBef>
                        <a:spcAft>
                          <a:spcPts val="0"/>
                        </a:spcAft>
                        <a:buNone/>
                      </a:pPr>
                      <a:r>
                        <a:rPr lang="en">
                          <a:solidFill>
                            <a:schemeClr val="lt1"/>
                          </a:solidFill>
                        </a:rPr>
                        <a:t>#</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Principle</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Applicable Standards</a:t>
                      </a:r>
                      <a:endParaRPr>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1</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Validate Input Data</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STD-002, STD-003, STD-004, STD-006</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2</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Heed Compiler Warnings</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STD-001, STD-006</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3</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Architect and Design for Security Policies</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STD-007, STD-008, STD-010</a:t>
                      </a:r>
                      <a:endParaRPr sz="900">
                        <a:solidFill>
                          <a:schemeClr val="lt1"/>
                        </a:solidFill>
                      </a:endParaRPr>
                    </a:p>
                  </a:txBody>
                  <a:tcPr marT="91425" marB="91425" marR="91425" marL="91425"/>
                </a:tc>
              </a:tr>
              <a:tr h="460225">
                <a:tc>
                  <a:txBody>
                    <a:bodyPr/>
                    <a:lstStyle/>
                    <a:p>
                      <a:pPr indent="0" lvl="0" marL="0" rtl="0" algn="ctr">
                        <a:spcBef>
                          <a:spcPts val="0"/>
                        </a:spcBef>
                        <a:spcAft>
                          <a:spcPts val="0"/>
                        </a:spcAft>
                        <a:buNone/>
                      </a:pPr>
                      <a:r>
                        <a:rPr lang="en" sz="900">
                          <a:solidFill>
                            <a:schemeClr val="lt1"/>
                          </a:solidFill>
                        </a:rPr>
                        <a:t>4</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Keep it Simple</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STD-001, STD-003, STD-005, STD-006, STD-007, STD-008, STD-009</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5</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Default Deny</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STD-002, STD-004</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6</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Principle of Least Privilege</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STD-005, STD-008, STD-009</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7</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Sanitize Data Sent to Other Systems</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STD-002, STD-003, STD-004</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8</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Practice Defense in Depth</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All Ten Standards</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9</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Use Effective Quality Assurance Techniques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All Ten Standards</a:t>
                      </a:r>
                      <a:endParaRPr sz="900">
                        <a:solidFill>
                          <a:schemeClr val="lt1"/>
                        </a:solidFill>
                      </a:endParaRPr>
                    </a:p>
                  </a:txBody>
                  <a:tcPr marT="91425" marB="91425" marR="91425" marL="91425"/>
                </a:tc>
              </a:tr>
              <a:tr h="398875">
                <a:tc>
                  <a:txBody>
                    <a:bodyPr/>
                    <a:lstStyle/>
                    <a:p>
                      <a:pPr indent="0" lvl="0" marL="0" rtl="0" algn="ctr">
                        <a:spcBef>
                          <a:spcPts val="0"/>
                        </a:spcBef>
                        <a:spcAft>
                          <a:spcPts val="0"/>
                        </a:spcAft>
                        <a:buNone/>
                      </a:pPr>
                      <a:r>
                        <a:rPr lang="en" sz="900">
                          <a:solidFill>
                            <a:schemeClr val="lt1"/>
                          </a:solidFill>
                        </a:rPr>
                        <a:t>10</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Adopt a Secure Coding Standard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All Ten Standards</a:t>
                      </a:r>
                      <a:endParaRPr sz="900">
                        <a:solidFill>
                          <a:schemeClr val="lt1"/>
                        </a:solidFill>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CODING STANDARDS</a:t>
            </a:r>
            <a:endParaRPr/>
          </a:p>
        </p:txBody>
      </p:sp>
      <p:sp>
        <p:nvSpPr>
          <p:cNvPr id="220" name="Google Shape;220;p35"/>
          <p:cNvSpPr txBox="1"/>
          <p:nvPr>
            <p:ph idx="1" type="body"/>
          </p:nvPr>
        </p:nvSpPr>
        <p:spPr>
          <a:xfrm>
            <a:off x="176800" y="1301950"/>
            <a:ext cx="8452800" cy="3745200"/>
          </a:xfrm>
          <a:prstGeom prst="rect">
            <a:avLst/>
          </a:prstGeom>
          <a:noFill/>
          <a:ln>
            <a:noFill/>
          </a:ln>
        </p:spPr>
        <p:txBody>
          <a:bodyPr anchorCtr="0" anchor="t" bIns="34275" lIns="68575" spcFirstLastPara="1" rIns="68575" wrap="square" tIns="34275">
            <a:noAutofit/>
          </a:bodyPr>
          <a:lstStyle/>
          <a:p>
            <a:pPr indent="0" lvl="0" marL="0" rtl="0" algn="l">
              <a:lnSpc>
                <a:spcPct val="70000"/>
              </a:lnSpc>
              <a:spcBef>
                <a:spcPts val="0"/>
              </a:spcBef>
              <a:spcAft>
                <a:spcPts val="0"/>
              </a:spcAft>
              <a:buSzPts val="853"/>
              <a:buNone/>
            </a:pPr>
            <a:r>
              <a:rPr lang="en" sz="1463"/>
              <a:t>10 Green Pace C/C++ Coding Standards</a:t>
            </a:r>
            <a:endParaRPr sz="1463"/>
          </a:p>
          <a:p>
            <a:pPr indent="-169069" lvl="0" marL="177800" rtl="0" algn="l">
              <a:lnSpc>
                <a:spcPct val="70000"/>
              </a:lnSpc>
              <a:spcBef>
                <a:spcPts val="0"/>
              </a:spcBef>
              <a:spcAft>
                <a:spcPts val="0"/>
              </a:spcAft>
              <a:buClr>
                <a:schemeClr val="lt1"/>
              </a:buClr>
              <a:buSzPts val="1463"/>
              <a:buChar char="•"/>
            </a:pPr>
            <a:r>
              <a:rPr lang="en" sz="1463"/>
              <a:t>STD-001-CPP — Data Type</a:t>
            </a:r>
            <a:endParaRPr sz="1463"/>
          </a:p>
          <a:p>
            <a:pPr indent="-169069" lvl="0" marL="177800" rtl="0" algn="l">
              <a:lnSpc>
                <a:spcPct val="70000"/>
              </a:lnSpc>
              <a:spcBef>
                <a:spcPts val="0"/>
              </a:spcBef>
              <a:spcAft>
                <a:spcPts val="0"/>
              </a:spcAft>
              <a:buClr>
                <a:schemeClr val="lt1"/>
              </a:buClr>
              <a:buSzPts val="1463"/>
              <a:buChar char="•"/>
            </a:pPr>
            <a:r>
              <a:rPr lang="en" sz="1463"/>
              <a:t>STD-002-CPP — Data Value</a:t>
            </a:r>
            <a:endParaRPr sz="1463"/>
          </a:p>
          <a:p>
            <a:pPr indent="-169069" lvl="0" marL="177800" rtl="0" algn="l">
              <a:lnSpc>
                <a:spcPct val="70000"/>
              </a:lnSpc>
              <a:spcBef>
                <a:spcPts val="0"/>
              </a:spcBef>
              <a:spcAft>
                <a:spcPts val="0"/>
              </a:spcAft>
              <a:buClr>
                <a:schemeClr val="lt1"/>
              </a:buClr>
              <a:buSzPts val="1463"/>
              <a:buChar char="•"/>
            </a:pPr>
            <a:r>
              <a:rPr lang="en" sz="1463"/>
              <a:t>STD-003-CPP — String Correctness</a:t>
            </a:r>
            <a:endParaRPr sz="1463"/>
          </a:p>
          <a:p>
            <a:pPr indent="-169069" lvl="0" marL="177800" rtl="0" algn="l">
              <a:lnSpc>
                <a:spcPct val="70000"/>
              </a:lnSpc>
              <a:spcBef>
                <a:spcPts val="0"/>
              </a:spcBef>
              <a:spcAft>
                <a:spcPts val="0"/>
              </a:spcAft>
              <a:buClr>
                <a:schemeClr val="lt1"/>
              </a:buClr>
              <a:buSzPts val="1463"/>
              <a:buChar char="•"/>
            </a:pPr>
            <a:r>
              <a:rPr lang="en" sz="1463"/>
              <a:t>STD-004-CPP — SQL Injection</a:t>
            </a:r>
            <a:endParaRPr sz="1463"/>
          </a:p>
          <a:p>
            <a:pPr indent="-169069" lvl="0" marL="177800" rtl="0" algn="l">
              <a:lnSpc>
                <a:spcPct val="70000"/>
              </a:lnSpc>
              <a:spcBef>
                <a:spcPts val="0"/>
              </a:spcBef>
              <a:spcAft>
                <a:spcPts val="0"/>
              </a:spcAft>
              <a:buClr>
                <a:schemeClr val="lt1"/>
              </a:buClr>
              <a:buSzPts val="1463"/>
              <a:buChar char="•"/>
            </a:pPr>
            <a:r>
              <a:rPr lang="en" sz="1463"/>
              <a:t>STD-005-CPP — Memory Protection</a:t>
            </a:r>
            <a:endParaRPr sz="1463"/>
          </a:p>
          <a:p>
            <a:pPr indent="-169069" lvl="0" marL="177800" rtl="0" algn="l">
              <a:lnSpc>
                <a:spcPct val="70000"/>
              </a:lnSpc>
              <a:spcBef>
                <a:spcPts val="0"/>
              </a:spcBef>
              <a:spcAft>
                <a:spcPts val="0"/>
              </a:spcAft>
              <a:buClr>
                <a:schemeClr val="lt1"/>
              </a:buClr>
              <a:buSzPts val="1463"/>
              <a:buChar char="•"/>
            </a:pPr>
            <a:r>
              <a:rPr lang="en" sz="1463"/>
              <a:t>STD-006-CPP — Assertions</a:t>
            </a:r>
            <a:endParaRPr sz="1463"/>
          </a:p>
          <a:p>
            <a:pPr indent="-169069" lvl="0" marL="177800" rtl="0" algn="l">
              <a:lnSpc>
                <a:spcPct val="70000"/>
              </a:lnSpc>
              <a:spcBef>
                <a:spcPts val="0"/>
              </a:spcBef>
              <a:spcAft>
                <a:spcPts val="0"/>
              </a:spcAft>
              <a:buClr>
                <a:schemeClr val="lt1"/>
              </a:buClr>
              <a:buSzPts val="1463"/>
              <a:buChar char="•"/>
            </a:pPr>
            <a:r>
              <a:rPr lang="en" sz="1463"/>
              <a:t>STD-007-CPP — Exceptions</a:t>
            </a:r>
            <a:endParaRPr sz="1463"/>
          </a:p>
          <a:p>
            <a:pPr indent="-169069" lvl="0" marL="177800" rtl="0" algn="l">
              <a:lnSpc>
                <a:spcPct val="70000"/>
              </a:lnSpc>
              <a:spcBef>
                <a:spcPts val="0"/>
              </a:spcBef>
              <a:spcAft>
                <a:spcPts val="0"/>
              </a:spcAft>
              <a:buClr>
                <a:schemeClr val="lt1"/>
              </a:buClr>
              <a:buSzPts val="1463"/>
              <a:buChar char="•"/>
            </a:pPr>
            <a:r>
              <a:rPr lang="en" sz="1463"/>
              <a:t>STD-008-CPP — Concurrency</a:t>
            </a:r>
            <a:endParaRPr sz="1463"/>
          </a:p>
          <a:p>
            <a:pPr indent="-169069" lvl="0" marL="177800" rtl="0" algn="l">
              <a:lnSpc>
                <a:spcPct val="70000"/>
              </a:lnSpc>
              <a:spcBef>
                <a:spcPts val="0"/>
              </a:spcBef>
              <a:spcAft>
                <a:spcPts val="0"/>
              </a:spcAft>
              <a:buClr>
                <a:schemeClr val="lt1"/>
              </a:buClr>
              <a:buSzPts val="1463"/>
              <a:buChar char="•"/>
            </a:pPr>
            <a:r>
              <a:rPr lang="en" sz="1463"/>
              <a:t>STD-009-CPP — Resource Management</a:t>
            </a:r>
            <a:endParaRPr sz="1463"/>
          </a:p>
          <a:p>
            <a:pPr indent="-169069" lvl="0" marL="177800" rtl="0" algn="l">
              <a:lnSpc>
                <a:spcPct val="70000"/>
              </a:lnSpc>
              <a:spcBef>
                <a:spcPts val="0"/>
              </a:spcBef>
              <a:spcAft>
                <a:spcPts val="0"/>
              </a:spcAft>
              <a:buClr>
                <a:schemeClr val="lt1"/>
              </a:buClr>
              <a:buSzPts val="1463"/>
              <a:buChar char="•"/>
            </a:pPr>
            <a:r>
              <a:rPr lang="en" sz="1463"/>
              <a:t>STD-010-CPP — Randomness</a:t>
            </a:r>
            <a:endParaRPr sz="1463"/>
          </a:p>
          <a:p>
            <a:pPr indent="0" lvl="0" marL="0" rtl="0" algn="l">
              <a:lnSpc>
                <a:spcPct val="70000"/>
              </a:lnSpc>
              <a:spcBef>
                <a:spcPts val="0"/>
              </a:spcBef>
              <a:spcAft>
                <a:spcPts val="0"/>
              </a:spcAft>
              <a:buSzPts val="853"/>
              <a:buNone/>
            </a:pPr>
            <a:r>
              <a:t/>
            </a:r>
            <a:endParaRPr sz="1463"/>
          </a:p>
          <a:p>
            <a:pPr indent="0" lvl="0" marL="0" rtl="0" algn="l">
              <a:lnSpc>
                <a:spcPct val="70000"/>
              </a:lnSpc>
              <a:spcBef>
                <a:spcPts val="0"/>
              </a:spcBef>
              <a:spcAft>
                <a:spcPts val="0"/>
              </a:spcAft>
              <a:buSzPts val="853"/>
              <a:buNone/>
            </a:pPr>
            <a:r>
              <a:t/>
            </a:r>
            <a:endParaRPr sz="1463"/>
          </a:p>
          <a:p>
            <a:pPr indent="0" lvl="0" marL="0" rtl="0" algn="l">
              <a:lnSpc>
                <a:spcPct val="70000"/>
              </a:lnSpc>
              <a:spcBef>
                <a:spcPts val="0"/>
              </a:spcBef>
              <a:spcAft>
                <a:spcPts val="0"/>
              </a:spcAft>
              <a:buSzPts val="853"/>
              <a:buNone/>
            </a:pPr>
            <a:r>
              <a:rPr lang="en" sz="1463"/>
              <a:t>Ranking System:</a:t>
            </a:r>
            <a:endParaRPr sz="1463"/>
          </a:p>
          <a:p>
            <a:pPr indent="0" lvl="0" marL="342900" rtl="0" algn="l">
              <a:lnSpc>
                <a:spcPct val="70000"/>
              </a:lnSpc>
              <a:spcBef>
                <a:spcPts val="0"/>
              </a:spcBef>
              <a:spcAft>
                <a:spcPts val="0"/>
              </a:spcAft>
              <a:buSzPts val="853"/>
              <a:buNone/>
            </a:pPr>
            <a:r>
              <a:t/>
            </a:r>
            <a:endParaRPr sz="1463"/>
          </a:p>
          <a:p>
            <a:pPr indent="0" lvl="0" marL="0" rtl="0" algn="l">
              <a:lnSpc>
                <a:spcPct val="70000"/>
              </a:lnSpc>
              <a:spcBef>
                <a:spcPts val="0"/>
              </a:spcBef>
              <a:spcAft>
                <a:spcPts val="0"/>
              </a:spcAft>
              <a:buSzPts val="853"/>
              <a:buNone/>
            </a:pPr>
            <a:r>
              <a:rPr lang="en" sz="1463"/>
              <a:t>Level 2 — High Priority</a:t>
            </a:r>
            <a:endParaRPr sz="1463"/>
          </a:p>
          <a:p>
            <a:pPr indent="-169069" lvl="0" marL="177800" rtl="0" algn="l">
              <a:lnSpc>
                <a:spcPct val="70000"/>
              </a:lnSpc>
              <a:spcBef>
                <a:spcPts val="0"/>
              </a:spcBef>
              <a:spcAft>
                <a:spcPts val="0"/>
              </a:spcAft>
              <a:buClr>
                <a:schemeClr val="lt1"/>
              </a:buClr>
              <a:buSzPts val="1463"/>
              <a:buChar char="•"/>
            </a:pPr>
            <a:r>
              <a:rPr lang="en" sz="1463"/>
              <a:t>High potential impact</a:t>
            </a:r>
            <a:endParaRPr sz="1463"/>
          </a:p>
          <a:p>
            <a:pPr indent="-169069" lvl="0" marL="177800" rtl="0" algn="l">
              <a:lnSpc>
                <a:spcPct val="70000"/>
              </a:lnSpc>
              <a:spcBef>
                <a:spcPts val="0"/>
              </a:spcBef>
              <a:spcAft>
                <a:spcPts val="0"/>
              </a:spcAft>
              <a:buClr>
                <a:schemeClr val="lt1"/>
              </a:buClr>
              <a:buSzPts val="1463"/>
              <a:buChar char="•"/>
            </a:pPr>
            <a:r>
              <a:rPr lang="en" sz="1463"/>
              <a:t>Exploitation could compromise confidentiality, integrity, or availability</a:t>
            </a:r>
            <a:endParaRPr sz="1463"/>
          </a:p>
          <a:p>
            <a:pPr indent="-169069" lvl="0" marL="177800" rtl="0" algn="l">
              <a:lnSpc>
                <a:spcPct val="70000"/>
              </a:lnSpc>
              <a:spcBef>
                <a:spcPts val="0"/>
              </a:spcBef>
              <a:spcAft>
                <a:spcPts val="0"/>
              </a:spcAft>
              <a:buClr>
                <a:schemeClr val="lt1"/>
              </a:buClr>
              <a:buSzPts val="1463"/>
              <a:buChar char="•"/>
            </a:pPr>
            <a:r>
              <a:rPr lang="en" sz="1463"/>
              <a:t>Requires prioritized remediation</a:t>
            </a:r>
            <a:endParaRPr sz="1463"/>
          </a:p>
          <a:p>
            <a:pPr indent="0" lvl="0" marL="0" rtl="0" algn="l">
              <a:lnSpc>
                <a:spcPct val="70000"/>
              </a:lnSpc>
              <a:spcBef>
                <a:spcPts val="0"/>
              </a:spcBef>
              <a:spcAft>
                <a:spcPts val="0"/>
              </a:spcAft>
              <a:buSzPts val="853"/>
              <a:buNone/>
            </a:pPr>
            <a:r>
              <a:t/>
            </a:r>
            <a:endParaRPr sz="1463"/>
          </a:p>
          <a:p>
            <a:pPr indent="0" lvl="0" marL="0" rtl="0" algn="l">
              <a:lnSpc>
                <a:spcPct val="70000"/>
              </a:lnSpc>
              <a:spcBef>
                <a:spcPts val="0"/>
              </a:spcBef>
              <a:spcAft>
                <a:spcPts val="0"/>
              </a:spcAft>
              <a:buSzPts val="853"/>
              <a:buNone/>
            </a:pPr>
            <a:r>
              <a:rPr lang="en" sz="1463"/>
              <a:t>Level 3 — Moderate Priority</a:t>
            </a:r>
            <a:endParaRPr sz="1463"/>
          </a:p>
          <a:p>
            <a:pPr indent="-169069" lvl="0" marL="177800" rtl="0" algn="l">
              <a:lnSpc>
                <a:spcPct val="70000"/>
              </a:lnSpc>
              <a:spcBef>
                <a:spcPts val="0"/>
              </a:spcBef>
              <a:spcAft>
                <a:spcPts val="0"/>
              </a:spcAft>
              <a:buClr>
                <a:schemeClr val="lt1"/>
              </a:buClr>
              <a:buSzPts val="1463"/>
              <a:buChar char="•"/>
            </a:pPr>
            <a:r>
              <a:rPr lang="en" sz="1463"/>
              <a:t>Moderate impact or context-dependent exploitation</a:t>
            </a:r>
            <a:endParaRPr sz="1463"/>
          </a:p>
          <a:p>
            <a:pPr indent="-169069" lvl="0" marL="177800" rtl="0" algn="l">
              <a:lnSpc>
                <a:spcPct val="70000"/>
              </a:lnSpc>
              <a:spcBef>
                <a:spcPts val="0"/>
              </a:spcBef>
              <a:spcAft>
                <a:spcPts val="0"/>
              </a:spcAft>
              <a:buClr>
                <a:schemeClr val="lt1"/>
              </a:buClr>
              <a:buSzPts val="1463"/>
              <a:buChar char="•"/>
            </a:pPr>
            <a:r>
              <a:rPr lang="en" sz="1463"/>
              <a:t>Should be remediated but generally follows Level 2 issues</a:t>
            </a:r>
            <a:endParaRPr sz="1463"/>
          </a:p>
        </p:txBody>
      </p:sp>
      <p:pic>
        <p:nvPicPr>
          <p:cNvPr descr="Green Pace logo" id="221" name="Google Shape;221;p35"/>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ENCRYPTION POLICIES</a:t>
            </a:r>
            <a:endParaRPr/>
          </a:p>
        </p:txBody>
      </p:sp>
      <p:sp>
        <p:nvSpPr>
          <p:cNvPr id="227" name="Google Shape;227;p36"/>
          <p:cNvSpPr txBox="1"/>
          <p:nvPr>
            <p:ph idx="1" type="body"/>
          </p:nvPr>
        </p:nvSpPr>
        <p:spPr>
          <a:xfrm>
            <a:off x="514350" y="1253725"/>
            <a:ext cx="8115300" cy="3688500"/>
          </a:xfrm>
          <a:prstGeom prst="rect">
            <a:avLst/>
          </a:prstGeom>
          <a:noFill/>
          <a:ln>
            <a:noFill/>
          </a:ln>
        </p:spPr>
        <p:txBody>
          <a:bodyPr anchorCtr="0" anchor="t" bIns="34275" lIns="68575" spcFirstLastPara="1" rIns="68575" wrap="square" tIns="34275">
            <a:noAutofit/>
          </a:bodyPr>
          <a:lstStyle/>
          <a:p>
            <a:pPr indent="0" lvl="0" marL="0" rtl="0" algn="l">
              <a:lnSpc>
                <a:spcPct val="70000"/>
              </a:lnSpc>
              <a:spcBef>
                <a:spcPts val="0"/>
              </a:spcBef>
              <a:spcAft>
                <a:spcPts val="0"/>
              </a:spcAft>
              <a:buSzPts val="275"/>
              <a:buNone/>
            </a:pPr>
            <a:r>
              <a:rPr lang="en" sz="1300"/>
              <a:t>Encryption at Rest -</a:t>
            </a:r>
            <a:endParaRPr sz="1300"/>
          </a:p>
          <a:p>
            <a:pPr indent="0" lvl="0" marL="0" rtl="0" algn="l">
              <a:lnSpc>
                <a:spcPct val="70000"/>
              </a:lnSpc>
              <a:spcBef>
                <a:spcPts val="0"/>
              </a:spcBef>
              <a:spcAft>
                <a:spcPts val="0"/>
              </a:spcAft>
              <a:buSzPts val="275"/>
              <a:buNone/>
            </a:pPr>
            <a:r>
              <a:t/>
            </a:r>
            <a:endParaRPr sz="1300"/>
          </a:p>
          <a:p>
            <a:pPr indent="0" lvl="0" marL="0" rtl="0" algn="l">
              <a:lnSpc>
                <a:spcPct val="70000"/>
              </a:lnSpc>
              <a:spcBef>
                <a:spcPts val="0"/>
              </a:spcBef>
              <a:spcAft>
                <a:spcPts val="0"/>
              </a:spcAft>
              <a:buSzPts val="275"/>
              <a:buNone/>
            </a:pPr>
            <a:r>
              <a:rPr lang="en" sz="1300"/>
              <a:t>Protects stored information on:</a:t>
            </a:r>
            <a:endParaRPr sz="1300"/>
          </a:p>
          <a:p>
            <a:pPr indent="-158750" lvl="0" marL="177800" rtl="0" algn="l">
              <a:lnSpc>
                <a:spcPct val="70000"/>
              </a:lnSpc>
              <a:spcBef>
                <a:spcPts val="0"/>
              </a:spcBef>
              <a:spcAft>
                <a:spcPts val="0"/>
              </a:spcAft>
              <a:buClr>
                <a:schemeClr val="lt1"/>
              </a:buClr>
              <a:buSzPts val="1300"/>
              <a:buChar char="•"/>
            </a:pPr>
            <a:r>
              <a:rPr lang="en" sz="1300"/>
              <a:t>Databases</a:t>
            </a:r>
            <a:endParaRPr sz="1300"/>
          </a:p>
          <a:p>
            <a:pPr indent="-158750" lvl="0" marL="177800" rtl="0" algn="l">
              <a:lnSpc>
                <a:spcPct val="70000"/>
              </a:lnSpc>
              <a:spcBef>
                <a:spcPts val="0"/>
              </a:spcBef>
              <a:spcAft>
                <a:spcPts val="0"/>
              </a:spcAft>
              <a:buClr>
                <a:schemeClr val="lt1"/>
              </a:buClr>
              <a:buSzPts val="1300"/>
              <a:buChar char="•"/>
            </a:pPr>
            <a:r>
              <a:rPr lang="en" sz="1300"/>
              <a:t>Servers</a:t>
            </a:r>
            <a:endParaRPr sz="1300"/>
          </a:p>
          <a:p>
            <a:pPr indent="-158750" lvl="0" marL="177800" rtl="0" algn="l">
              <a:lnSpc>
                <a:spcPct val="70000"/>
              </a:lnSpc>
              <a:spcBef>
                <a:spcPts val="0"/>
              </a:spcBef>
              <a:spcAft>
                <a:spcPts val="0"/>
              </a:spcAft>
              <a:buClr>
                <a:schemeClr val="lt1"/>
              </a:buClr>
              <a:buSzPts val="1300"/>
              <a:buChar char="•"/>
            </a:pPr>
            <a:r>
              <a:rPr lang="en" sz="1300"/>
              <a:t>Devices</a:t>
            </a:r>
            <a:endParaRPr sz="1300"/>
          </a:p>
          <a:p>
            <a:pPr indent="-158750" lvl="0" marL="177800" rtl="0" algn="l">
              <a:lnSpc>
                <a:spcPct val="70000"/>
              </a:lnSpc>
              <a:spcBef>
                <a:spcPts val="0"/>
              </a:spcBef>
              <a:spcAft>
                <a:spcPts val="0"/>
              </a:spcAft>
              <a:buClr>
                <a:schemeClr val="lt1"/>
              </a:buClr>
              <a:buSzPts val="1300"/>
              <a:buChar char="•"/>
            </a:pPr>
            <a:r>
              <a:rPr lang="en" sz="1300"/>
              <a:t>Backups</a:t>
            </a:r>
            <a:endParaRPr sz="1300"/>
          </a:p>
          <a:p>
            <a:pPr indent="-158750" lvl="0" marL="177800" rtl="0" algn="l">
              <a:lnSpc>
                <a:spcPct val="70000"/>
              </a:lnSpc>
              <a:spcBef>
                <a:spcPts val="0"/>
              </a:spcBef>
              <a:spcAft>
                <a:spcPts val="0"/>
              </a:spcAft>
              <a:buClr>
                <a:schemeClr val="lt1"/>
              </a:buClr>
              <a:buSzPts val="1300"/>
              <a:buChar char="•"/>
            </a:pPr>
            <a:r>
              <a:rPr lang="en" sz="1300"/>
              <a:t>Persistent storage</a:t>
            </a:r>
            <a:endParaRPr sz="1300"/>
          </a:p>
          <a:p>
            <a:pPr indent="0" lvl="0" marL="0" rtl="0" algn="l">
              <a:lnSpc>
                <a:spcPct val="70000"/>
              </a:lnSpc>
              <a:spcBef>
                <a:spcPts val="0"/>
              </a:spcBef>
              <a:spcAft>
                <a:spcPts val="0"/>
              </a:spcAft>
              <a:buSzPts val="275"/>
              <a:buNone/>
            </a:pPr>
            <a:r>
              <a:t/>
            </a:r>
            <a:endParaRPr sz="1300"/>
          </a:p>
          <a:p>
            <a:pPr indent="0" lvl="0" marL="0" rtl="0" algn="l">
              <a:lnSpc>
                <a:spcPct val="70000"/>
              </a:lnSpc>
              <a:spcBef>
                <a:spcPts val="0"/>
              </a:spcBef>
              <a:spcAft>
                <a:spcPts val="0"/>
              </a:spcAft>
              <a:buSzPts val="275"/>
              <a:buNone/>
            </a:pPr>
            <a:r>
              <a:rPr lang="en" sz="1300"/>
              <a:t>Encryption in Flight - </a:t>
            </a:r>
            <a:endParaRPr sz="1300"/>
          </a:p>
          <a:p>
            <a:pPr indent="0" lvl="0" marL="0" rtl="0" algn="l">
              <a:lnSpc>
                <a:spcPct val="70000"/>
              </a:lnSpc>
              <a:spcBef>
                <a:spcPts val="0"/>
              </a:spcBef>
              <a:spcAft>
                <a:spcPts val="0"/>
              </a:spcAft>
              <a:buSzPts val="275"/>
              <a:buNone/>
            </a:pPr>
            <a:r>
              <a:t/>
            </a:r>
            <a:endParaRPr sz="1300"/>
          </a:p>
          <a:p>
            <a:pPr indent="0" lvl="0" marL="0" rtl="0" algn="l">
              <a:lnSpc>
                <a:spcPct val="70000"/>
              </a:lnSpc>
              <a:spcBef>
                <a:spcPts val="0"/>
              </a:spcBef>
              <a:spcAft>
                <a:spcPts val="0"/>
              </a:spcAft>
              <a:buSzPts val="275"/>
              <a:buNone/>
            </a:pPr>
            <a:r>
              <a:rPr lang="en" sz="1300"/>
              <a:t>Protects information traveling between:</a:t>
            </a:r>
            <a:endParaRPr sz="1300"/>
          </a:p>
          <a:p>
            <a:pPr indent="-158750" lvl="0" marL="177800" rtl="0" algn="l">
              <a:lnSpc>
                <a:spcPct val="70000"/>
              </a:lnSpc>
              <a:spcBef>
                <a:spcPts val="0"/>
              </a:spcBef>
              <a:spcAft>
                <a:spcPts val="0"/>
              </a:spcAft>
              <a:buClr>
                <a:schemeClr val="lt1"/>
              </a:buClr>
              <a:buSzPts val="1300"/>
              <a:buChar char="•"/>
            </a:pPr>
            <a:r>
              <a:rPr lang="en" sz="1300"/>
              <a:t>Users and applications</a:t>
            </a:r>
            <a:endParaRPr sz="1300"/>
          </a:p>
          <a:p>
            <a:pPr indent="-158750" lvl="0" marL="177800" rtl="0" algn="l">
              <a:lnSpc>
                <a:spcPct val="70000"/>
              </a:lnSpc>
              <a:spcBef>
                <a:spcPts val="0"/>
              </a:spcBef>
              <a:spcAft>
                <a:spcPts val="0"/>
              </a:spcAft>
              <a:buClr>
                <a:schemeClr val="lt1"/>
              </a:buClr>
              <a:buSzPts val="1300"/>
              <a:buChar char="•"/>
            </a:pPr>
            <a:r>
              <a:rPr lang="en" sz="1300"/>
              <a:t>Applications and APIs</a:t>
            </a:r>
            <a:endParaRPr sz="1300"/>
          </a:p>
          <a:p>
            <a:pPr indent="-158750" lvl="0" marL="177800" rtl="0" algn="l">
              <a:lnSpc>
                <a:spcPct val="70000"/>
              </a:lnSpc>
              <a:spcBef>
                <a:spcPts val="0"/>
              </a:spcBef>
              <a:spcAft>
                <a:spcPts val="0"/>
              </a:spcAft>
              <a:buClr>
                <a:schemeClr val="lt1"/>
              </a:buClr>
              <a:buSzPts val="1300"/>
              <a:buChar char="•"/>
            </a:pPr>
            <a:r>
              <a:rPr lang="en" sz="1300"/>
              <a:t>Servers</a:t>
            </a:r>
            <a:endParaRPr sz="1300"/>
          </a:p>
          <a:p>
            <a:pPr indent="-158750" lvl="0" marL="177800" rtl="0" algn="l">
              <a:lnSpc>
                <a:spcPct val="70000"/>
              </a:lnSpc>
              <a:spcBef>
                <a:spcPts val="0"/>
              </a:spcBef>
              <a:spcAft>
                <a:spcPts val="0"/>
              </a:spcAft>
              <a:buClr>
                <a:schemeClr val="lt1"/>
              </a:buClr>
              <a:buSzPts val="1300"/>
              <a:buChar char="•"/>
            </a:pPr>
            <a:r>
              <a:rPr lang="en" sz="1300"/>
              <a:t>Databases</a:t>
            </a:r>
            <a:endParaRPr sz="1300"/>
          </a:p>
          <a:p>
            <a:pPr indent="-158750" lvl="0" marL="177800" rtl="0" algn="l">
              <a:lnSpc>
                <a:spcPct val="70000"/>
              </a:lnSpc>
              <a:spcBef>
                <a:spcPts val="0"/>
              </a:spcBef>
              <a:spcAft>
                <a:spcPts val="0"/>
              </a:spcAft>
              <a:buClr>
                <a:schemeClr val="lt1"/>
              </a:buClr>
              <a:buSzPts val="1300"/>
              <a:buChar char="•"/>
            </a:pPr>
            <a:r>
              <a:rPr lang="en" sz="1300"/>
              <a:t>Network systems</a:t>
            </a:r>
            <a:endParaRPr sz="1300"/>
          </a:p>
          <a:p>
            <a:pPr indent="-158750" lvl="0" marL="177800" rtl="0" algn="l">
              <a:lnSpc>
                <a:spcPct val="70000"/>
              </a:lnSpc>
              <a:spcBef>
                <a:spcPts val="0"/>
              </a:spcBef>
              <a:spcAft>
                <a:spcPts val="0"/>
              </a:spcAft>
              <a:buClr>
                <a:schemeClr val="lt1"/>
              </a:buClr>
              <a:buSzPts val="1300"/>
              <a:buChar char="•"/>
            </a:pPr>
            <a:r>
              <a:rPr lang="en" sz="1300"/>
              <a:t>Use secure protocols such as TLS.</a:t>
            </a:r>
            <a:endParaRPr sz="1300"/>
          </a:p>
          <a:p>
            <a:pPr indent="0" lvl="0" marL="0" rtl="0" algn="l">
              <a:lnSpc>
                <a:spcPct val="70000"/>
              </a:lnSpc>
              <a:spcBef>
                <a:spcPts val="0"/>
              </a:spcBef>
              <a:spcAft>
                <a:spcPts val="0"/>
              </a:spcAft>
              <a:buSzPts val="275"/>
              <a:buNone/>
            </a:pPr>
            <a:r>
              <a:t/>
            </a:r>
            <a:endParaRPr sz="1300"/>
          </a:p>
          <a:p>
            <a:pPr indent="0" lvl="0" marL="0" rtl="0" algn="l">
              <a:lnSpc>
                <a:spcPct val="70000"/>
              </a:lnSpc>
              <a:spcBef>
                <a:spcPts val="0"/>
              </a:spcBef>
              <a:spcAft>
                <a:spcPts val="0"/>
              </a:spcAft>
              <a:buSzPts val="275"/>
              <a:buNone/>
            </a:pPr>
            <a:r>
              <a:rPr lang="en" sz="1300"/>
              <a:t>Encryption in Use - </a:t>
            </a:r>
            <a:endParaRPr sz="1300"/>
          </a:p>
          <a:p>
            <a:pPr indent="0" lvl="0" marL="0" rtl="0" algn="l">
              <a:lnSpc>
                <a:spcPct val="70000"/>
              </a:lnSpc>
              <a:spcBef>
                <a:spcPts val="0"/>
              </a:spcBef>
              <a:spcAft>
                <a:spcPts val="0"/>
              </a:spcAft>
              <a:buSzPts val="275"/>
              <a:buNone/>
            </a:pPr>
            <a:r>
              <a:t/>
            </a:r>
            <a:endParaRPr sz="1300"/>
          </a:p>
          <a:p>
            <a:pPr indent="0" lvl="0" marL="0" rtl="0" algn="l">
              <a:lnSpc>
                <a:spcPct val="70000"/>
              </a:lnSpc>
              <a:spcBef>
                <a:spcPts val="0"/>
              </a:spcBef>
              <a:spcAft>
                <a:spcPts val="0"/>
              </a:spcAft>
              <a:buSzPts val="275"/>
              <a:buNone/>
            </a:pPr>
            <a:r>
              <a:rPr lang="en" sz="1300"/>
              <a:t>Protects sensitive information while:</a:t>
            </a:r>
            <a:endParaRPr sz="1300"/>
          </a:p>
          <a:p>
            <a:pPr indent="-158750" lvl="0" marL="177800" rtl="0" algn="l">
              <a:lnSpc>
                <a:spcPct val="70000"/>
              </a:lnSpc>
              <a:spcBef>
                <a:spcPts val="0"/>
              </a:spcBef>
              <a:spcAft>
                <a:spcPts val="0"/>
              </a:spcAft>
              <a:buClr>
                <a:schemeClr val="lt1"/>
              </a:buClr>
              <a:buSzPts val="1300"/>
              <a:buChar char="•"/>
            </a:pPr>
            <a:r>
              <a:rPr lang="en" sz="1300"/>
              <a:t>Being processed</a:t>
            </a:r>
            <a:endParaRPr sz="1300"/>
          </a:p>
          <a:p>
            <a:pPr indent="-158750" lvl="0" marL="177800" rtl="0" algn="l">
              <a:lnSpc>
                <a:spcPct val="70000"/>
              </a:lnSpc>
              <a:spcBef>
                <a:spcPts val="0"/>
              </a:spcBef>
              <a:spcAft>
                <a:spcPts val="0"/>
              </a:spcAft>
              <a:buClr>
                <a:schemeClr val="lt1"/>
              </a:buClr>
              <a:buSzPts val="1300"/>
              <a:buChar char="•"/>
            </a:pPr>
            <a:r>
              <a:rPr lang="en" sz="1300"/>
              <a:t>Existing in system memory</a:t>
            </a:r>
            <a:endParaRPr sz="1300"/>
          </a:p>
          <a:p>
            <a:pPr indent="-158750" lvl="0" marL="177800" rtl="0" algn="l">
              <a:lnSpc>
                <a:spcPct val="70000"/>
              </a:lnSpc>
              <a:spcBef>
                <a:spcPts val="0"/>
              </a:spcBef>
              <a:spcAft>
                <a:spcPts val="0"/>
              </a:spcAft>
              <a:buClr>
                <a:schemeClr val="lt1"/>
              </a:buClr>
              <a:buSzPts val="1300"/>
              <a:buChar char="•"/>
            </a:pPr>
            <a:r>
              <a:rPr lang="en" sz="1300"/>
              <a:t>Being handled by applications</a:t>
            </a:r>
            <a:endParaRPr sz="1300"/>
          </a:p>
        </p:txBody>
      </p:sp>
      <p:pic>
        <p:nvPicPr>
          <p:cNvPr descr="Green Pace logo" id="228" name="Google Shape;228;p36"/>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TRIPLE-A POLICIES</a:t>
            </a:r>
            <a:endParaRPr/>
          </a:p>
        </p:txBody>
      </p:sp>
      <p:sp>
        <p:nvSpPr>
          <p:cNvPr id="234" name="Google Shape;234;p37"/>
          <p:cNvSpPr txBox="1"/>
          <p:nvPr>
            <p:ph idx="1" type="body"/>
          </p:nvPr>
        </p:nvSpPr>
        <p:spPr>
          <a:xfrm>
            <a:off x="168775" y="1261775"/>
            <a:ext cx="8460900" cy="3680700"/>
          </a:xfrm>
          <a:prstGeom prst="rect">
            <a:avLst/>
          </a:prstGeom>
          <a:noFill/>
          <a:ln>
            <a:noFill/>
          </a:ln>
        </p:spPr>
        <p:txBody>
          <a:bodyPr anchorCtr="0" anchor="t" bIns="34275" lIns="68575" spcFirstLastPara="1" rIns="68575" wrap="square" tIns="34275">
            <a:noAutofit/>
          </a:bodyPr>
          <a:lstStyle/>
          <a:p>
            <a:pPr indent="0" lvl="0" marL="0" rtl="0" algn="l">
              <a:lnSpc>
                <a:spcPct val="70000"/>
              </a:lnSpc>
              <a:spcBef>
                <a:spcPts val="0"/>
              </a:spcBef>
              <a:spcAft>
                <a:spcPts val="0"/>
              </a:spcAft>
              <a:buSzPts val="688"/>
              <a:buNone/>
            </a:pPr>
            <a:r>
              <a:rPr lang="en" sz="1325"/>
              <a:t>A</a:t>
            </a:r>
            <a:r>
              <a:rPr lang="en" sz="1325"/>
              <a:t>uthentication - </a:t>
            </a:r>
            <a:endParaRPr sz="1325"/>
          </a:p>
          <a:p>
            <a:pPr indent="0" lvl="0" marL="0" rtl="0" algn="l">
              <a:lnSpc>
                <a:spcPct val="70000"/>
              </a:lnSpc>
              <a:spcBef>
                <a:spcPts val="0"/>
              </a:spcBef>
              <a:spcAft>
                <a:spcPts val="0"/>
              </a:spcAft>
              <a:buSzPts val="688"/>
              <a:buNone/>
            </a:pPr>
            <a:r>
              <a:t/>
            </a:r>
            <a:endParaRPr sz="1325"/>
          </a:p>
          <a:p>
            <a:pPr indent="0" lvl="0" marL="0" rtl="0" algn="l">
              <a:lnSpc>
                <a:spcPct val="70000"/>
              </a:lnSpc>
              <a:spcBef>
                <a:spcPts val="0"/>
              </a:spcBef>
              <a:spcAft>
                <a:spcPts val="0"/>
              </a:spcAft>
              <a:buSzPts val="688"/>
              <a:buNone/>
            </a:pPr>
            <a:r>
              <a:rPr lang="en" sz="1325"/>
              <a:t>Who are you?</a:t>
            </a:r>
            <a:endParaRPr sz="1325"/>
          </a:p>
          <a:p>
            <a:pPr indent="-147638" lvl="0" marL="177800" rtl="0" algn="l">
              <a:lnSpc>
                <a:spcPct val="70000"/>
              </a:lnSpc>
              <a:spcBef>
                <a:spcPts val="0"/>
              </a:spcBef>
              <a:spcAft>
                <a:spcPts val="0"/>
              </a:spcAft>
              <a:buClr>
                <a:schemeClr val="lt1"/>
              </a:buClr>
              <a:buSzPts val="1325"/>
              <a:buChar char="•"/>
            </a:pPr>
            <a:r>
              <a:rPr lang="en" sz="1325"/>
              <a:t>User logins</a:t>
            </a:r>
            <a:endParaRPr sz="1325"/>
          </a:p>
          <a:p>
            <a:pPr indent="-147638" lvl="0" marL="177800" rtl="0" algn="l">
              <a:lnSpc>
                <a:spcPct val="70000"/>
              </a:lnSpc>
              <a:spcBef>
                <a:spcPts val="0"/>
              </a:spcBef>
              <a:spcAft>
                <a:spcPts val="0"/>
              </a:spcAft>
              <a:buClr>
                <a:schemeClr val="lt1"/>
              </a:buClr>
              <a:buSzPts val="1325"/>
              <a:buChar char="•"/>
            </a:pPr>
            <a:r>
              <a:rPr lang="en" sz="1325"/>
              <a:t>Identity verification</a:t>
            </a:r>
            <a:endParaRPr sz="1325"/>
          </a:p>
          <a:p>
            <a:pPr indent="-147638" lvl="0" marL="177800" rtl="0" algn="l">
              <a:lnSpc>
                <a:spcPct val="70000"/>
              </a:lnSpc>
              <a:spcBef>
                <a:spcPts val="0"/>
              </a:spcBef>
              <a:spcAft>
                <a:spcPts val="0"/>
              </a:spcAft>
              <a:buClr>
                <a:schemeClr val="lt1"/>
              </a:buClr>
              <a:buSzPts val="1325"/>
              <a:buChar char="•"/>
            </a:pPr>
            <a:r>
              <a:rPr lang="en" sz="1325"/>
              <a:t>Multi Factor</a:t>
            </a:r>
            <a:r>
              <a:rPr lang="en" sz="1325"/>
              <a:t> authentication where appropriate</a:t>
            </a:r>
            <a:endParaRPr sz="1325"/>
          </a:p>
          <a:p>
            <a:pPr indent="-147638" lvl="0" marL="177800" rtl="0" algn="l">
              <a:lnSpc>
                <a:spcPct val="70000"/>
              </a:lnSpc>
              <a:spcBef>
                <a:spcPts val="0"/>
              </a:spcBef>
              <a:spcAft>
                <a:spcPts val="0"/>
              </a:spcAft>
              <a:buClr>
                <a:schemeClr val="lt1"/>
              </a:buClr>
              <a:buSzPts val="1325"/>
              <a:buChar char="•"/>
            </a:pPr>
            <a:r>
              <a:rPr lang="en" sz="1325"/>
              <a:t>Secure session management</a:t>
            </a:r>
            <a:endParaRPr sz="1325"/>
          </a:p>
          <a:p>
            <a:pPr indent="0" lvl="0" marL="0" rtl="0" algn="l">
              <a:lnSpc>
                <a:spcPct val="70000"/>
              </a:lnSpc>
              <a:spcBef>
                <a:spcPts val="0"/>
              </a:spcBef>
              <a:spcAft>
                <a:spcPts val="0"/>
              </a:spcAft>
              <a:buSzPts val="688"/>
              <a:buNone/>
            </a:pPr>
            <a:r>
              <a:t/>
            </a:r>
            <a:endParaRPr sz="1325"/>
          </a:p>
          <a:p>
            <a:pPr indent="0" lvl="0" marL="0" rtl="0" algn="l">
              <a:lnSpc>
                <a:spcPct val="70000"/>
              </a:lnSpc>
              <a:spcBef>
                <a:spcPts val="0"/>
              </a:spcBef>
              <a:spcAft>
                <a:spcPts val="0"/>
              </a:spcAft>
              <a:buSzPts val="688"/>
              <a:buNone/>
            </a:pPr>
            <a:r>
              <a:rPr lang="en" sz="1325"/>
              <a:t>Authorization - </a:t>
            </a:r>
            <a:endParaRPr sz="1325"/>
          </a:p>
          <a:p>
            <a:pPr indent="0" lvl="0" marL="0" rtl="0" algn="l">
              <a:lnSpc>
                <a:spcPct val="70000"/>
              </a:lnSpc>
              <a:spcBef>
                <a:spcPts val="0"/>
              </a:spcBef>
              <a:spcAft>
                <a:spcPts val="0"/>
              </a:spcAft>
              <a:buSzPts val="688"/>
              <a:buNone/>
            </a:pPr>
            <a:r>
              <a:t/>
            </a:r>
            <a:endParaRPr sz="1325"/>
          </a:p>
          <a:p>
            <a:pPr indent="0" lvl="0" marL="0" rtl="0" algn="l">
              <a:lnSpc>
                <a:spcPct val="70000"/>
              </a:lnSpc>
              <a:spcBef>
                <a:spcPts val="0"/>
              </a:spcBef>
              <a:spcAft>
                <a:spcPts val="0"/>
              </a:spcAft>
              <a:buSzPts val="688"/>
              <a:buNone/>
            </a:pPr>
            <a:r>
              <a:rPr lang="en" sz="1325"/>
              <a:t>What are you allowed to do?</a:t>
            </a:r>
            <a:endParaRPr sz="1325"/>
          </a:p>
          <a:p>
            <a:pPr indent="-147638" lvl="0" marL="177800" rtl="0" algn="l">
              <a:lnSpc>
                <a:spcPct val="70000"/>
              </a:lnSpc>
              <a:spcBef>
                <a:spcPts val="0"/>
              </a:spcBef>
              <a:spcAft>
                <a:spcPts val="0"/>
              </a:spcAft>
              <a:buClr>
                <a:schemeClr val="lt1"/>
              </a:buClr>
              <a:buSzPts val="1325"/>
              <a:buChar char="•"/>
            </a:pPr>
            <a:r>
              <a:rPr lang="en" sz="1325"/>
              <a:t>User access levels</a:t>
            </a:r>
            <a:endParaRPr sz="1325"/>
          </a:p>
          <a:p>
            <a:pPr indent="-147638" lvl="0" marL="177800" rtl="0" algn="l">
              <a:lnSpc>
                <a:spcPct val="70000"/>
              </a:lnSpc>
              <a:spcBef>
                <a:spcPts val="0"/>
              </a:spcBef>
              <a:spcAft>
                <a:spcPts val="0"/>
              </a:spcAft>
              <a:buClr>
                <a:schemeClr val="lt1"/>
              </a:buClr>
              <a:buSzPts val="1325"/>
              <a:buChar char="•"/>
            </a:pPr>
            <a:r>
              <a:rPr lang="en" sz="1325"/>
              <a:t>Database permissions</a:t>
            </a:r>
            <a:endParaRPr sz="1325"/>
          </a:p>
          <a:p>
            <a:pPr indent="-147638" lvl="0" marL="177800" rtl="0" algn="l">
              <a:lnSpc>
                <a:spcPct val="70000"/>
              </a:lnSpc>
              <a:spcBef>
                <a:spcPts val="0"/>
              </a:spcBef>
              <a:spcAft>
                <a:spcPts val="0"/>
              </a:spcAft>
              <a:buClr>
                <a:schemeClr val="lt1"/>
              </a:buClr>
              <a:buSzPts val="1325"/>
              <a:buChar char="•"/>
            </a:pPr>
            <a:r>
              <a:rPr lang="en" sz="1325"/>
              <a:t>File access</a:t>
            </a:r>
            <a:endParaRPr sz="1325"/>
          </a:p>
          <a:p>
            <a:pPr indent="-147638" lvl="0" marL="177800" rtl="0" algn="l">
              <a:lnSpc>
                <a:spcPct val="70000"/>
              </a:lnSpc>
              <a:spcBef>
                <a:spcPts val="0"/>
              </a:spcBef>
              <a:spcAft>
                <a:spcPts val="0"/>
              </a:spcAft>
              <a:buClr>
                <a:schemeClr val="lt1"/>
              </a:buClr>
              <a:buSzPts val="1325"/>
              <a:buChar char="•"/>
            </a:pPr>
            <a:r>
              <a:rPr lang="en" sz="1325"/>
              <a:t>Administrative privileges</a:t>
            </a:r>
            <a:endParaRPr sz="1325"/>
          </a:p>
          <a:p>
            <a:pPr indent="-147638" lvl="0" marL="177800" rtl="0" algn="l">
              <a:lnSpc>
                <a:spcPct val="70000"/>
              </a:lnSpc>
              <a:spcBef>
                <a:spcPts val="0"/>
              </a:spcBef>
              <a:spcAft>
                <a:spcPts val="0"/>
              </a:spcAft>
              <a:buClr>
                <a:schemeClr val="lt1"/>
              </a:buClr>
              <a:buSzPts val="1325"/>
              <a:buChar char="•"/>
            </a:pPr>
            <a:r>
              <a:rPr lang="en" sz="1325"/>
              <a:t>User creation/modification</a:t>
            </a:r>
            <a:endParaRPr sz="1325"/>
          </a:p>
          <a:p>
            <a:pPr indent="0" lvl="0" marL="0" rtl="0" algn="l">
              <a:lnSpc>
                <a:spcPct val="70000"/>
              </a:lnSpc>
              <a:spcBef>
                <a:spcPts val="0"/>
              </a:spcBef>
              <a:spcAft>
                <a:spcPts val="0"/>
              </a:spcAft>
              <a:buSzPts val="688"/>
              <a:buNone/>
            </a:pPr>
            <a:r>
              <a:t/>
            </a:r>
            <a:endParaRPr sz="1325"/>
          </a:p>
          <a:p>
            <a:pPr indent="0" lvl="0" marL="0" rtl="0" algn="l">
              <a:lnSpc>
                <a:spcPct val="70000"/>
              </a:lnSpc>
              <a:spcBef>
                <a:spcPts val="0"/>
              </a:spcBef>
              <a:spcAft>
                <a:spcPts val="0"/>
              </a:spcAft>
              <a:buSzPts val="688"/>
              <a:buNone/>
            </a:pPr>
            <a:r>
              <a:rPr lang="en" sz="1325"/>
              <a:t>Accounting - </a:t>
            </a:r>
            <a:endParaRPr sz="1325"/>
          </a:p>
          <a:p>
            <a:pPr indent="0" lvl="0" marL="0" rtl="0" algn="l">
              <a:lnSpc>
                <a:spcPct val="70000"/>
              </a:lnSpc>
              <a:spcBef>
                <a:spcPts val="0"/>
              </a:spcBef>
              <a:spcAft>
                <a:spcPts val="0"/>
              </a:spcAft>
              <a:buSzPts val="688"/>
              <a:buNone/>
            </a:pPr>
            <a:r>
              <a:t/>
            </a:r>
            <a:endParaRPr sz="1325"/>
          </a:p>
          <a:p>
            <a:pPr indent="0" lvl="0" marL="0" rtl="0" algn="l">
              <a:lnSpc>
                <a:spcPct val="70000"/>
              </a:lnSpc>
              <a:spcBef>
                <a:spcPts val="0"/>
              </a:spcBef>
              <a:spcAft>
                <a:spcPts val="0"/>
              </a:spcAft>
              <a:buSzPts val="688"/>
              <a:buNone/>
            </a:pPr>
            <a:r>
              <a:rPr lang="en" sz="1325"/>
              <a:t>What did you do?</a:t>
            </a:r>
            <a:endParaRPr sz="1325"/>
          </a:p>
          <a:p>
            <a:pPr indent="-147638" lvl="0" marL="177800" rtl="0" algn="l">
              <a:lnSpc>
                <a:spcPct val="70000"/>
              </a:lnSpc>
              <a:spcBef>
                <a:spcPts val="0"/>
              </a:spcBef>
              <a:spcAft>
                <a:spcPts val="0"/>
              </a:spcAft>
              <a:buClr>
                <a:schemeClr val="lt1"/>
              </a:buClr>
              <a:buSzPts val="1325"/>
              <a:buChar char="•"/>
            </a:pPr>
            <a:r>
              <a:rPr lang="en" sz="1325"/>
              <a:t>Login events</a:t>
            </a:r>
            <a:endParaRPr sz="1325"/>
          </a:p>
          <a:p>
            <a:pPr indent="-147638" lvl="0" marL="177800" rtl="0" algn="l">
              <a:lnSpc>
                <a:spcPct val="70000"/>
              </a:lnSpc>
              <a:spcBef>
                <a:spcPts val="0"/>
              </a:spcBef>
              <a:spcAft>
                <a:spcPts val="0"/>
              </a:spcAft>
              <a:buClr>
                <a:schemeClr val="lt1"/>
              </a:buClr>
              <a:buSzPts val="1325"/>
              <a:buChar char="•"/>
            </a:pPr>
            <a:r>
              <a:rPr lang="en" sz="1325"/>
              <a:t>Database changes</a:t>
            </a:r>
            <a:endParaRPr sz="1325"/>
          </a:p>
          <a:p>
            <a:pPr indent="-147638" lvl="0" marL="177800" rtl="0" algn="l">
              <a:lnSpc>
                <a:spcPct val="70000"/>
              </a:lnSpc>
              <a:spcBef>
                <a:spcPts val="0"/>
              </a:spcBef>
              <a:spcAft>
                <a:spcPts val="0"/>
              </a:spcAft>
              <a:buClr>
                <a:schemeClr val="lt1"/>
              </a:buClr>
              <a:buSzPts val="1325"/>
              <a:buChar char="•"/>
            </a:pPr>
            <a:r>
              <a:rPr lang="en" sz="1325"/>
              <a:t>New users</a:t>
            </a:r>
            <a:endParaRPr sz="1325"/>
          </a:p>
          <a:p>
            <a:pPr indent="-147638" lvl="0" marL="177800" rtl="0" algn="l">
              <a:lnSpc>
                <a:spcPct val="70000"/>
              </a:lnSpc>
              <a:spcBef>
                <a:spcPts val="0"/>
              </a:spcBef>
              <a:spcAft>
                <a:spcPts val="0"/>
              </a:spcAft>
              <a:buClr>
                <a:schemeClr val="lt1"/>
              </a:buClr>
              <a:buSzPts val="1325"/>
              <a:buChar char="•"/>
            </a:pPr>
            <a:r>
              <a:rPr lang="en" sz="1325"/>
              <a:t>Access-level changes</a:t>
            </a:r>
            <a:endParaRPr sz="1325"/>
          </a:p>
          <a:p>
            <a:pPr indent="-147638" lvl="0" marL="177800" rtl="0" algn="l">
              <a:lnSpc>
                <a:spcPct val="70000"/>
              </a:lnSpc>
              <a:spcBef>
                <a:spcPts val="0"/>
              </a:spcBef>
              <a:spcAft>
                <a:spcPts val="0"/>
              </a:spcAft>
              <a:buClr>
                <a:schemeClr val="lt1"/>
              </a:buClr>
              <a:buSzPts val="1325"/>
              <a:buChar char="•"/>
            </a:pPr>
            <a:r>
              <a:rPr lang="en" sz="1325"/>
              <a:t>Files accessed</a:t>
            </a:r>
            <a:endParaRPr sz="1325"/>
          </a:p>
          <a:p>
            <a:pPr indent="-147638" lvl="0" marL="177800" rtl="0" algn="l">
              <a:lnSpc>
                <a:spcPct val="70000"/>
              </a:lnSpc>
              <a:spcBef>
                <a:spcPts val="0"/>
              </a:spcBef>
              <a:spcAft>
                <a:spcPts val="0"/>
              </a:spcAft>
              <a:buClr>
                <a:schemeClr val="lt1"/>
              </a:buClr>
              <a:buSzPts val="1325"/>
              <a:buChar char="•"/>
            </a:pPr>
            <a:r>
              <a:rPr lang="en" sz="1325"/>
              <a:t>Security events</a:t>
            </a:r>
            <a:endParaRPr sz="1325"/>
          </a:p>
        </p:txBody>
      </p:sp>
      <p:pic>
        <p:nvPicPr>
          <p:cNvPr descr="Green Pace logo" id="235" name="Google Shape;235;p37"/>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2171700" y="573280"/>
            <a:ext cx="6457950" cy="969750"/>
          </a:xfrm>
          <a:prstGeom prst="rect">
            <a:avLst/>
          </a:prstGeom>
          <a:noFill/>
          <a:ln>
            <a:noFill/>
          </a:ln>
        </p:spPr>
        <p:txBody>
          <a:bodyPr anchorCtr="0" anchor="ctr" bIns="34275" lIns="68575" spcFirstLastPara="1" rIns="68575" wrap="square" tIns="34275">
            <a:noAutofit/>
          </a:bodyPr>
          <a:lstStyle/>
          <a:p>
            <a:pPr indent="0" lvl="0" marL="0" rtl="0" algn="r">
              <a:lnSpc>
                <a:spcPct val="90000"/>
              </a:lnSpc>
              <a:spcBef>
                <a:spcPts val="0"/>
              </a:spcBef>
              <a:spcAft>
                <a:spcPts val="0"/>
              </a:spcAft>
              <a:buSzPts val="1400"/>
              <a:buNone/>
            </a:pPr>
            <a:r>
              <a:rPr lang="en"/>
              <a:t>Unit Testing</a:t>
            </a:r>
            <a:endParaRPr/>
          </a:p>
        </p:txBody>
      </p:sp>
      <p:sp>
        <p:nvSpPr>
          <p:cNvPr id="241" name="Google Shape;241;p38"/>
          <p:cNvSpPr txBox="1"/>
          <p:nvPr>
            <p:ph idx="1" type="body"/>
          </p:nvPr>
        </p:nvSpPr>
        <p:spPr>
          <a:xfrm>
            <a:off x="40175" y="1374275"/>
            <a:ext cx="8589600" cy="35679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lang="en" sz="1500"/>
              <a:t>Vulnerability Tested: SQL Injection — STD-004-CPP / STR02-CPP</a:t>
            </a:r>
            <a:endParaRPr sz="1500"/>
          </a:p>
          <a:p>
            <a:pPr indent="0" lvl="0" marL="0" rtl="0" algn="l">
              <a:lnSpc>
                <a:spcPct val="90000"/>
              </a:lnSpc>
              <a:spcBef>
                <a:spcPts val="800"/>
              </a:spcBef>
              <a:spcAft>
                <a:spcPts val="0"/>
              </a:spcAft>
              <a:buSzPts val="1400"/>
              <a:buNone/>
            </a:pPr>
            <a:r>
              <a:t/>
            </a:r>
            <a:endParaRPr sz="1500"/>
          </a:p>
          <a:p>
            <a:pPr indent="0" lvl="0" marL="0" rtl="0" algn="l">
              <a:lnSpc>
                <a:spcPct val="90000"/>
              </a:lnSpc>
              <a:spcBef>
                <a:spcPts val="800"/>
              </a:spcBef>
              <a:spcAft>
                <a:spcPts val="0"/>
              </a:spcAft>
              <a:buSzPts val="1400"/>
              <a:buNone/>
            </a:pPr>
            <a:r>
              <a:rPr lang="en" sz="1500"/>
              <a:t>Objective: Verify that user-controlled input cannot alter the intended SQL query.</a:t>
            </a:r>
            <a:endParaRPr sz="1500"/>
          </a:p>
          <a:p>
            <a:pPr indent="0" lvl="0" marL="0" rtl="0" algn="l">
              <a:lnSpc>
                <a:spcPct val="90000"/>
              </a:lnSpc>
              <a:spcBef>
                <a:spcPts val="800"/>
              </a:spcBef>
              <a:spcAft>
                <a:spcPts val="0"/>
              </a:spcAft>
              <a:buSzPts val="1400"/>
              <a:buNone/>
            </a:pPr>
            <a:r>
              <a:t/>
            </a:r>
            <a:endParaRPr sz="1500"/>
          </a:p>
          <a:p>
            <a:pPr indent="0" lvl="0" marL="0" rtl="0" algn="l">
              <a:lnSpc>
                <a:spcPct val="90000"/>
              </a:lnSpc>
              <a:spcBef>
                <a:spcPts val="800"/>
              </a:spcBef>
              <a:spcAft>
                <a:spcPts val="0"/>
              </a:spcAft>
              <a:buSzPts val="1400"/>
              <a:buNone/>
            </a:pPr>
            <a:r>
              <a:rPr lang="en" sz="1500"/>
              <a:t>Tests:</a:t>
            </a:r>
            <a:endParaRPr sz="1500"/>
          </a:p>
          <a:p>
            <a:pPr indent="-304800" lvl="0" marL="457200" rtl="0" algn="l">
              <a:lnSpc>
                <a:spcPct val="90000"/>
              </a:lnSpc>
              <a:spcBef>
                <a:spcPts val="800"/>
              </a:spcBef>
              <a:spcAft>
                <a:spcPts val="0"/>
              </a:spcAft>
              <a:buSzPts val="1200"/>
              <a:buChar char="•"/>
            </a:pPr>
            <a:r>
              <a:rPr lang="en" sz="1500"/>
              <a:t>Valid username/password</a:t>
            </a:r>
            <a:endParaRPr sz="1500"/>
          </a:p>
          <a:p>
            <a:pPr indent="-304800" lvl="0" marL="457200" rtl="0" algn="l">
              <a:lnSpc>
                <a:spcPct val="90000"/>
              </a:lnSpc>
              <a:spcBef>
                <a:spcPts val="0"/>
              </a:spcBef>
              <a:spcAft>
                <a:spcPts val="0"/>
              </a:spcAft>
              <a:buSzPts val="1200"/>
              <a:buChar char="•"/>
            </a:pPr>
            <a:r>
              <a:rPr lang="en" sz="1500"/>
              <a:t>Invalid username/password</a:t>
            </a:r>
            <a:endParaRPr sz="1500"/>
          </a:p>
          <a:p>
            <a:pPr indent="-304800" lvl="0" marL="457200" rtl="0" algn="l">
              <a:lnSpc>
                <a:spcPct val="90000"/>
              </a:lnSpc>
              <a:spcBef>
                <a:spcPts val="0"/>
              </a:spcBef>
              <a:spcAft>
                <a:spcPts val="0"/>
              </a:spcAft>
              <a:buSzPts val="1200"/>
              <a:buChar char="•"/>
            </a:pPr>
            <a:r>
              <a:rPr lang="en" sz="1500"/>
              <a:t>SQL injection attempt using ' OR '1'='1</a:t>
            </a:r>
            <a:endParaRPr sz="1500"/>
          </a:p>
          <a:p>
            <a:pPr indent="-304800" lvl="0" marL="457200" rtl="0" algn="l">
              <a:lnSpc>
                <a:spcPct val="90000"/>
              </a:lnSpc>
              <a:spcBef>
                <a:spcPts val="0"/>
              </a:spcBef>
              <a:spcAft>
                <a:spcPts val="0"/>
              </a:spcAft>
              <a:buSzPts val="1200"/>
              <a:buChar char="•"/>
            </a:pPr>
            <a:r>
              <a:rPr lang="en" sz="1500"/>
              <a:t>SQL comment injection attempt</a:t>
            </a:r>
            <a:endParaRPr sz="1500"/>
          </a:p>
          <a:p>
            <a:pPr indent="-304800" lvl="0" marL="457200" rtl="0" algn="l">
              <a:lnSpc>
                <a:spcPct val="90000"/>
              </a:lnSpc>
              <a:spcBef>
                <a:spcPts val="0"/>
              </a:spcBef>
              <a:spcAft>
                <a:spcPts val="0"/>
              </a:spcAft>
              <a:buSzPts val="1200"/>
              <a:buChar char="•"/>
            </a:pPr>
            <a:r>
              <a:rPr lang="en" sz="1500"/>
              <a:t>Special-character input</a:t>
            </a:r>
            <a:endParaRPr sz="1500"/>
          </a:p>
          <a:p>
            <a:pPr indent="-304800" lvl="0" marL="457200" rtl="0" algn="l">
              <a:lnSpc>
                <a:spcPct val="90000"/>
              </a:lnSpc>
              <a:spcBef>
                <a:spcPts val="0"/>
              </a:spcBef>
              <a:spcAft>
                <a:spcPts val="0"/>
              </a:spcAft>
              <a:buSzPts val="1200"/>
              <a:buChar char="•"/>
            </a:pPr>
            <a:r>
              <a:rPr lang="en" sz="1500"/>
              <a:t>Empty input</a:t>
            </a:r>
            <a:endParaRPr sz="1500"/>
          </a:p>
          <a:p>
            <a:pPr indent="0" lvl="0" marL="0" rtl="0" algn="l">
              <a:lnSpc>
                <a:spcPct val="90000"/>
              </a:lnSpc>
              <a:spcBef>
                <a:spcPts val="800"/>
              </a:spcBef>
              <a:spcAft>
                <a:spcPts val="0"/>
              </a:spcAft>
              <a:buSzPts val="1400"/>
              <a:buNone/>
            </a:pPr>
            <a:r>
              <a:rPr lang="en" sz="1500"/>
              <a:t>Expected secure behavior:</a:t>
            </a:r>
            <a:endParaRPr sz="1500"/>
          </a:p>
          <a:p>
            <a:pPr indent="0" lvl="0" marL="0" rtl="0" algn="l">
              <a:lnSpc>
                <a:spcPct val="90000"/>
              </a:lnSpc>
              <a:spcBef>
                <a:spcPts val="800"/>
              </a:spcBef>
              <a:spcAft>
                <a:spcPts val="0"/>
              </a:spcAft>
              <a:buSzPts val="1400"/>
              <a:buNone/>
            </a:pPr>
            <a:r>
              <a:rPr lang="en" sz="1500"/>
              <a:t>The application treats user input as data rather than executable SQL.</a:t>
            </a:r>
            <a:endParaRPr sz="1500"/>
          </a:p>
        </p:txBody>
      </p:sp>
      <p:pic>
        <p:nvPicPr>
          <p:cNvPr descr="Green Pace logo" id="242" name="Google Shape;242;p38"/>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2171700" y="573280"/>
            <a:ext cx="6458100" cy="969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r>
              <a:rPr lang="en"/>
              <a:t>Unit Test 1 - Valid Input</a:t>
            </a:r>
            <a:endParaRPr/>
          </a:p>
        </p:txBody>
      </p:sp>
      <p:sp>
        <p:nvSpPr>
          <p:cNvPr id="248" name="Google Shape;248;p39"/>
          <p:cNvSpPr txBox="1"/>
          <p:nvPr>
            <p:ph idx="1" type="body"/>
          </p:nvPr>
        </p:nvSpPr>
        <p:spPr>
          <a:xfrm>
            <a:off x="514350" y="1645920"/>
            <a:ext cx="8115300" cy="3018000"/>
          </a:xfrm>
          <a:prstGeom prst="rect">
            <a:avLst/>
          </a:prstGeom>
        </p:spPr>
        <p:txBody>
          <a:bodyPr anchorCtr="0" anchor="t" bIns="34275" lIns="68575" spcFirstLastPara="1" rIns="68575" wrap="square" tIns="34275">
            <a:normAutofit fontScale="92500" lnSpcReduction="20000"/>
          </a:bodyPr>
          <a:lstStyle/>
          <a:p>
            <a:pPr indent="0" lvl="0" marL="0" rtl="0" algn="l">
              <a:spcBef>
                <a:spcPts val="800"/>
              </a:spcBef>
              <a:spcAft>
                <a:spcPts val="0"/>
              </a:spcAft>
              <a:buNone/>
            </a:pPr>
            <a:r>
              <a:rPr lang="en"/>
              <a:t>Input:</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Username: cameron</a:t>
            </a:r>
            <a:endParaRPr/>
          </a:p>
          <a:p>
            <a:pPr indent="0" lvl="0" marL="0" rtl="0" algn="l">
              <a:spcBef>
                <a:spcPts val="800"/>
              </a:spcBef>
              <a:spcAft>
                <a:spcPts val="0"/>
              </a:spcAft>
              <a:buNone/>
            </a:pPr>
            <a:r>
              <a:rPr lang="en"/>
              <a:t>Password: CorrectPassword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Result:</a:t>
            </a:r>
            <a:endParaRPr/>
          </a:p>
          <a:p>
            <a:pPr indent="-310833" lvl="0" marL="457200" rtl="0" algn="l">
              <a:spcBef>
                <a:spcPts val="800"/>
              </a:spcBef>
              <a:spcAft>
                <a:spcPts val="0"/>
              </a:spcAft>
              <a:buSzPct val="82353"/>
              <a:buChar char="•"/>
            </a:pPr>
            <a:r>
              <a:rPr lang="en"/>
              <a:t>Query executes normally</a:t>
            </a:r>
            <a:endParaRPr/>
          </a:p>
          <a:p>
            <a:pPr indent="-310833" lvl="0" marL="457200" rtl="0" algn="l">
              <a:spcBef>
                <a:spcPts val="0"/>
              </a:spcBef>
              <a:spcAft>
                <a:spcPts val="0"/>
              </a:spcAft>
              <a:buSzPct val="82353"/>
              <a:buChar char="•"/>
            </a:pPr>
            <a:r>
              <a:rPr lang="en"/>
              <a:t>Valid credentials are processed</a:t>
            </a:r>
            <a:endParaRPr/>
          </a:p>
          <a:p>
            <a:pPr indent="-310833" lvl="0" marL="457200" rtl="0" algn="l">
              <a:spcBef>
                <a:spcPts val="0"/>
              </a:spcBef>
              <a:spcAft>
                <a:spcPts val="0"/>
              </a:spcAft>
              <a:buSzPct val="82353"/>
              <a:buChar char="•"/>
            </a:pPr>
            <a:r>
              <a:rPr lang="en"/>
              <a:t>User receives the expected application response</a:t>
            </a:r>
            <a:endParaRPr/>
          </a:p>
          <a:p>
            <a:pPr indent="-310833" lvl="0" marL="457200" rtl="0" algn="l">
              <a:spcBef>
                <a:spcPts val="0"/>
              </a:spcBef>
              <a:spcAft>
                <a:spcPts val="0"/>
              </a:spcAft>
              <a:buSzPct val="82353"/>
              <a:buChar char="•"/>
            </a:pPr>
            <a:r>
              <a:rPr lang="en"/>
              <a:t>No SQL syntax is introduced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Test Result: PASS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2171700" y="573280"/>
            <a:ext cx="6458100" cy="969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r>
              <a:rPr lang="en"/>
              <a:t>Unit Test 2 - Invalid Credentials</a:t>
            </a:r>
            <a:endParaRPr/>
          </a:p>
          <a:p>
            <a:pPr indent="0" lvl="0" marL="0" rtl="0" algn="r">
              <a:spcBef>
                <a:spcPts val="0"/>
              </a:spcBef>
              <a:spcAft>
                <a:spcPts val="0"/>
              </a:spcAft>
              <a:buNone/>
            </a:pPr>
            <a:r>
              <a:t/>
            </a:r>
            <a:endParaRPr/>
          </a:p>
        </p:txBody>
      </p:sp>
      <p:sp>
        <p:nvSpPr>
          <p:cNvPr id="254" name="Google Shape;254;p40"/>
          <p:cNvSpPr txBox="1"/>
          <p:nvPr>
            <p:ph idx="1" type="body"/>
          </p:nvPr>
        </p:nvSpPr>
        <p:spPr>
          <a:xfrm>
            <a:off x="514350" y="1645920"/>
            <a:ext cx="8115300" cy="3018000"/>
          </a:xfrm>
          <a:prstGeom prst="rect">
            <a:avLst/>
          </a:prstGeom>
        </p:spPr>
        <p:txBody>
          <a:bodyPr anchorCtr="0" anchor="t" bIns="34275" lIns="68575" spcFirstLastPara="1" rIns="68575" wrap="square" tIns="34275">
            <a:normAutofit fontScale="92500" lnSpcReduction="20000"/>
          </a:bodyPr>
          <a:lstStyle/>
          <a:p>
            <a:pPr indent="0" lvl="0" marL="0" rtl="0" algn="l">
              <a:spcBef>
                <a:spcPts val="800"/>
              </a:spcBef>
              <a:spcAft>
                <a:spcPts val="0"/>
              </a:spcAft>
              <a:buNone/>
            </a:pPr>
            <a:r>
              <a:rPr lang="en"/>
              <a:t>Input:</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Username: invalid_user</a:t>
            </a:r>
            <a:endParaRPr/>
          </a:p>
          <a:p>
            <a:pPr indent="0" lvl="0" marL="0" rtl="0" algn="l">
              <a:spcBef>
                <a:spcPts val="800"/>
              </a:spcBef>
              <a:spcAft>
                <a:spcPts val="0"/>
              </a:spcAft>
              <a:buNone/>
            </a:pPr>
            <a:r>
              <a:rPr lang="en"/>
              <a:t>Password: incorrect_password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Result:</a:t>
            </a:r>
            <a:endParaRPr/>
          </a:p>
          <a:p>
            <a:pPr indent="-310833" lvl="0" marL="457200" rtl="0" algn="l">
              <a:spcBef>
                <a:spcPts val="800"/>
              </a:spcBef>
              <a:spcAft>
                <a:spcPts val="0"/>
              </a:spcAft>
              <a:buSzPct val="82353"/>
              <a:buChar char="•"/>
            </a:pPr>
            <a:r>
              <a:rPr lang="en"/>
              <a:t>Authentication fails</a:t>
            </a:r>
            <a:endParaRPr/>
          </a:p>
          <a:p>
            <a:pPr indent="-310833" lvl="0" marL="457200" rtl="0" algn="l">
              <a:spcBef>
                <a:spcPts val="0"/>
              </a:spcBef>
              <a:spcAft>
                <a:spcPts val="0"/>
              </a:spcAft>
              <a:buSzPct val="82353"/>
              <a:buChar char="•"/>
            </a:pPr>
            <a:r>
              <a:rPr lang="en"/>
              <a:t>No database error is exposed</a:t>
            </a:r>
            <a:endParaRPr/>
          </a:p>
          <a:p>
            <a:pPr indent="-310833" lvl="0" marL="457200" rtl="0" algn="l">
              <a:spcBef>
                <a:spcPts val="0"/>
              </a:spcBef>
              <a:spcAft>
                <a:spcPts val="0"/>
              </a:spcAft>
              <a:buSzPct val="82353"/>
              <a:buChar char="•"/>
            </a:pPr>
            <a:r>
              <a:rPr lang="en"/>
              <a:t>No unauthorized access occurs</a:t>
            </a:r>
            <a:endParaRPr/>
          </a:p>
          <a:p>
            <a:pPr indent="-310833" lvl="0" marL="457200" rtl="0" algn="l">
              <a:spcBef>
                <a:spcPts val="0"/>
              </a:spcBef>
              <a:spcAft>
                <a:spcPts val="0"/>
              </a:spcAft>
              <a:buSzPct val="82353"/>
              <a:buChar char="•"/>
            </a:pPr>
            <a:r>
              <a:rPr lang="en"/>
              <a:t>Application handles the input normally</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Test Result: PASS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2171700" y="573280"/>
            <a:ext cx="6458100" cy="969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r>
              <a:rPr lang="en"/>
              <a:t>Unit Test 3 - SQL Injection Attempt</a:t>
            </a:r>
            <a:endParaRPr/>
          </a:p>
        </p:txBody>
      </p:sp>
      <p:sp>
        <p:nvSpPr>
          <p:cNvPr id="260" name="Google Shape;260;p41"/>
          <p:cNvSpPr txBox="1"/>
          <p:nvPr>
            <p:ph idx="1" type="body"/>
          </p:nvPr>
        </p:nvSpPr>
        <p:spPr>
          <a:xfrm>
            <a:off x="514350" y="1645920"/>
            <a:ext cx="8115300" cy="3018000"/>
          </a:xfrm>
          <a:prstGeom prst="rect">
            <a:avLst/>
          </a:prstGeom>
        </p:spPr>
        <p:txBody>
          <a:bodyPr anchorCtr="0" anchor="t" bIns="34275" lIns="68575" spcFirstLastPara="1" rIns="68575" wrap="square" tIns="34275">
            <a:normAutofit fontScale="92500" lnSpcReduction="20000"/>
          </a:bodyPr>
          <a:lstStyle/>
          <a:p>
            <a:pPr indent="0" lvl="0" marL="0" rtl="0" algn="l">
              <a:spcBef>
                <a:spcPts val="800"/>
              </a:spcBef>
              <a:spcAft>
                <a:spcPts val="0"/>
              </a:spcAft>
              <a:buNone/>
            </a:pPr>
            <a:r>
              <a:rPr lang="en"/>
              <a:t>Input:</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Username: ' OR '1'='1</a:t>
            </a:r>
            <a:endParaRPr/>
          </a:p>
          <a:p>
            <a:pPr indent="0" lvl="0" marL="0" rtl="0" algn="l">
              <a:spcBef>
                <a:spcPts val="800"/>
              </a:spcBef>
              <a:spcAft>
                <a:spcPts val="0"/>
              </a:spcAft>
              <a:buNone/>
            </a:pPr>
            <a:r>
              <a:rPr lang="en"/>
              <a:t>Password: anything</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Result:</a:t>
            </a:r>
            <a:endParaRPr/>
          </a:p>
          <a:p>
            <a:pPr indent="-310833" lvl="0" marL="457200" rtl="0" algn="l">
              <a:spcBef>
                <a:spcPts val="800"/>
              </a:spcBef>
              <a:spcAft>
                <a:spcPts val="0"/>
              </a:spcAft>
              <a:buSzPct val="82353"/>
              <a:buChar char="•"/>
            </a:pPr>
            <a:r>
              <a:rPr lang="en"/>
              <a:t>Authentication must fail</a:t>
            </a:r>
            <a:endParaRPr/>
          </a:p>
          <a:p>
            <a:pPr indent="-310833" lvl="0" marL="457200" rtl="0" algn="l">
              <a:spcBef>
                <a:spcPts val="0"/>
              </a:spcBef>
              <a:spcAft>
                <a:spcPts val="0"/>
              </a:spcAft>
              <a:buSzPct val="82353"/>
              <a:buChar char="•"/>
            </a:pPr>
            <a:r>
              <a:rPr lang="en"/>
              <a:t>Input must not modify SQL logic</a:t>
            </a:r>
            <a:endParaRPr/>
          </a:p>
          <a:p>
            <a:pPr indent="-310833" lvl="0" marL="457200" rtl="0" algn="l">
              <a:spcBef>
                <a:spcPts val="0"/>
              </a:spcBef>
              <a:spcAft>
                <a:spcPts val="0"/>
              </a:spcAft>
              <a:buSzPct val="82353"/>
              <a:buChar char="•"/>
            </a:pPr>
            <a:r>
              <a:rPr lang="en"/>
              <a:t>No unauthorized access</a:t>
            </a:r>
            <a:endParaRPr/>
          </a:p>
          <a:p>
            <a:pPr indent="-310833" lvl="0" marL="457200" rtl="0" algn="l">
              <a:spcBef>
                <a:spcPts val="0"/>
              </a:spcBef>
              <a:spcAft>
                <a:spcPts val="0"/>
              </a:spcAft>
              <a:buSzPct val="82353"/>
              <a:buChar char="•"/>
            </a:pPr>
            <a:r>
              <a:rPr lang="en"/>
              <a:t>No database error exposed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Test Result: PASS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1756875" y="573275"/>
            <a:ext cx="6873000" cy="969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r>
              <a:rPr lang="en"/>
              <a:t>Unit Test 4 - SQL Comment Injection</a:t>
            </a:r>
            <a:endParaRPr/>
          </a:p>
        </p:txBody>
      </p:sp>
      <p:sp>
        <p:nvSpPr>
          <p:cNvPr id="266" name="Google Shape;266;p42"/>
          <p:cNvSpPr txBox="1"/>
          <p:nvPr>
            <p:ph idx="1" type="body"/>
          </p:nvPr>
        </p:nvSpPr>
        <p:spPr>
          <a:xfrm>
            <a:off x="514350" y="1645920"/>
            <a:ext cx="8115300" cy="3018000"/>
          </a:xfrm>
          <a:prstGeom prst="rect">
            <a:avLst/>
          </a:prstGeom>
        </p:spPr>
        <p:txBody>
          <a:bodyPr anchorCtr="0" anchor="t" bIns="34275" lIns="68575" spcFirstLastPara="1" rIns="68575" wrap="square" tIns="34275">
            <a:normAutofit lnSpcReduction="20000"/>
          </a:bodyPr>
          <a:lstStyle/>
          <a:p>
            <a:pPr indent="0" lvl="0" marL="0" rtl="0" algn="l">
              <a:spcBef>
                <a:spcPts val="800"/>
              </a:spcBef>
              <a:spcAft>
                <a:spcPts val="0"/>
              </a:spcAft>
              <a:buNone/>
            </a:pPr>
            <a:r>
              <a:rPr lang="en"/>
              <a:t>Input:</a:t>
            </a:r>
            <a:endParaRPr/>
          </a:p>
          <a:p>
            <a:pPr indent="0" lvl="0" marL="0" rtl="0" algn="l">
              <a:spcBef>
                <a:spcPts val="800"/>
              </a:spcBef>
              <a:spcAft>
                <a:spcPts val="0"/>
              </a:spcAft>
              <a:buNone/>
            </a:pPr>
            <a:r>
              <a:rPr lang="en"/>
              <a:t>Username: admin'--</a:t>
            </a:r>
            <a:endParaRPr/>
          </a:p>
          <a:p>
            <a:pPr indent="0" lvl="0" marL="0" rtl="0" algn="l">
              <a:spcBef>
                <a:spcPts val="800"/>
              </a:spcBef>
              <a:spcAft>
                <a:spcPts val="0"/>
              </a:spcAft>
              <a:buNone/>
            </a:pPr>
            <a:r>
              <a:rPr lang="en"/>
              <a:t>Password: anything</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Result:</a:t>
            </a:r>
            <a:endParaRPr/>
          </a:p>
          <a:p>
            <a:pPr indent="-317500" lvl="0" marL="457200" rtl="0" algn="l">
              <a:spcBef>
                <a:spcPts val="800"/>
              </a:spcBef>
              <a:spcAft>
                <a:spcPts val="0"/>
              </a:spcAft>
              <a:buSzPts val="1400"/>
              <a:buChar char="•"/>
            </a:pPr>
            <a:r>
              <a:rPr lang="en"/>
              <a:t>Input treated as data</a:t>
            </a:r>
            <a:endParaRPr/>
          </a:p>
          <a:p>
            <a:pPr indent="-317500" lvl="0" marL="457200" rtl="0" algn="l">
              <a:spcBef>
                <a:spcPts val="0"/>
              </a:spcBef>
              <a:spcAft>
                <a:spcPts val="0"/>
              </a:spcAft>
              <a:buSzPts val="1400"/>
              <a:buChar char="•"/>
            </a:pPr>
            <a:r>
              <a:rPr lang="en"/>
              <a:t>Query structure remains unchanged</a:t>
            </a:r>
            <a:endParaRPr/>
          </a:p>
          <a:p>
            <a:pPr indent="-317500" lvl="0" marL="457200" rtl="0" algn="l">
              <a:spcBef>
                <a:spcPts val="0"/>
              </a:spcBef>
              <a:spcAft>
                <a:spcPts val="0"/>
              </a:spcAft>
              <a:buSzPts val="1400"/>
              <a:buChar char="•"/>
            </a:pPr>
            <a:r>
              <a:rPr lang="en"/>
              <a:t>Authentication does not bypass normal authorization</a:t>
            </a:r>
            <a:endParaRPr/>
          </a:p>
          <a:p>
            <a:pPr indent="-317500" lvl="0" marL="457200" rtl="0" algn="l">
              <a:spcBef>
                <a:spcPts val="0"/>
              </a:spcBef>
              <a:spcAft>
                <a:spcPts val="0"/>
              </a:spcAft>
              <a:buSzPts val="1400"/>
              <a:buChar char="•"/>
            </a:pPr>
            <a:r>
              <a:rPr lang="en"/>
              <a:t>No database error exposed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Test Result: PASS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ph type="title"/>
          </p:nvPr>
        </p:nvSpPr>
        <p:spPr>
          <a:xfrm>
            <a:off x="2171700" y="573280"/>
            <a:ext cx="6458100" cy="969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r>
              <a:rPr lang="en"/>
              <a:t>Unit Test 5 - Special Characters</a:t>
            </a:r>
            <a:endParaRPr/>
          </a:p>
        </p:txBody>
      </p:sp>
      <p:sp>
        <p:nvSpPr>
          <p:cNvPr id="272" name="Google Shape;272;p43"/>
          <p:cNvSpPr txBox="1"/>
          <p:nvPr>
            <p:ph idx="1" type="body"/>
          </p:nvPr>
        </p:nvSpPr>
        <p:spPr>
          <a:xfrm>
            <a:off x="514350" y="1645920"/>
            <a:ext cx="8115300" cy="3018000"/>
          </a:xfrm>
          <a:prstGeom prst="rect">
            <a:avLst/>
          </a:prstGeom>
        </p:spPr>
        <p:txBody>
          <a:bodyPr anchorCtr="0" anchor="t" bIns="34275" lIns="68575" spcFirstLastPara="1" rIns="68575" wrap="square" tIns="34275">
            <a:normAutofit lnSpcReduction="20000"/>
          </a:bodyPr>
          <a:lstStyle/>
          <a:p>
            <a:pPr indent="0" lvl="0" marL="0" rtl="0" algn="l">
              <a:spcBef>
                <a:spcPts val="800"/>
              </a:spcBef>
              <a:spcAft>
                <a:spcPts val="0"/>
              </a:spcAft>
              <a:buNone/>
            </a:pPr>
            <a:r>
              <a:rPr lang="en"/>
              <a:t>Input:</a:t>
            </a:r>
            <a:endParaRPr/>
          </a:p>
          <a:p>
            <a:pPr indent="0" lvl="0" marL="0" rtl="0" algn="l">
              <a:spcBef>
                <a:spcPts val="800"/>
              </a:spcBef>
              <a:spcAft>
                <a:spcPts val="0"/>
              </a:spcAft>
              <a:buNone/>
            </a:pPr>
            <a:r>
              <a:rPr lang="en"/>
              <a:t>Username: O'Brien</a:t>
            </a:r>
            <a:endParaRPr/>
          </a:p>
          <a:p>
            <a:pPr indent="0" lvl="0" marL="0" rtl="0" algn="l">
              <a:spcBef>
                <a:spcPts val="800"/>
              </a:spcBef>
              <a:spcAft>
                <a:spcPts val="0"/>
              </a:spcAft>
              <a:buNone/>
            </a:pPr>
            <a:r>
              <a:rPr lang="en"/>
              <a:t>Password: test!@#$%</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Result:</a:t>
            </a:r>
            <a:endParaRPr/>
          </a:p>
          <a:p>
            <a:pPr indent="-317500" lvl="0" marL="457200" rtl="0" algn="l">
              <a:spcBef>
                <a:spcPts val="800"/>
              </a:spcBef>
              <a:spcAft>
                <a:spcPts val="0"/>
              </a:spcAft>
              <a:buSzPts val="1400"/>
              <a:buChar char="•"/>
            </a:pPr>
            <a:r>
              <a:rPr lang="en"/>
              <a:t>Input is processed as data</a:t>
            </a:r>
            <a:endParaRPr/>
          </a:p>
          <a:p>
            <a:pPr indent="-317500" lvl="0" marL="457200" rtl="0" algn="l">
              <a:spcBef>
                <a:spcPts val="0"/>
              </a:spcBef>
              <a:spcAft>
                <a:spcPts val="0"/>
              </a:spcAft>
              <a:buSzPts val="1400"/>
              <a:buChar char="•"/>
            </a:pPr>
            <a:r>
              <a:rPr lang="en"/>
              <a:t>No SQL syntax error</a:t>
            </a:r>
            <a:endParaRPr/>
          </a:p>
          <a:p>
            <a:pPr indent="-317500" lvl="0" marL="457200" rtl="0" algn="l">
              <a:spcBef>
                <a:spcPts val="0"/>
              </a:spcBef>
              <a:spcAft>
                <a:spcPts val="0"/>
              </a:spcAft>
              <a:buSzPts val="1400"/>
              <a:buChar char="•"/>
            </a:pPr>
            <a:r>
              <a:rPr lang="en"/>
              <a:t>No application crash</a:t>
            </a:r>
            <a:endParaRPr/>
          </a:p>
          <a:p>
            <a:pPr indent="-317500" lvl="0" marL="457200" rtl="0" algn="l">
              <a:spcBef>
                <a:spcPts val="0"/>
              </a:spcBef>
              <a:spcAft>
                <a:spcPts val="0"/>
              </a:spcAft>
              <a:buSzPts val="1400"/>
              <a:buChar char="•"/>
            </a:pPr>
            <a:r>
              <a:rPr lang="en"/>
              <a:t>No unexpected database behavior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Expected Test Result: PASS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4"/>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AUTOMATION SUMMARY</a:t>
            </a:r>
            <a:endParaRPr/>
          </a:p>
        </p:txBody>
      </p:sp>
      <p:pic>
        <p:nvPicPr>
          <p:cNvPr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id="278" name="Google Shape;278;p44"/>
          <p:cNvPicPr preferRelativeResize="0"/>
          <p:nvPr>
            <p:ph idx="1" type="body"/>
          </p:nvPr>
        </p:nvPicPr>
        <p:blipFill rotWithShape="1">
          <a:blip r:embed="rId3">
            <a:alphaModFix/>
          </a:blip>
          <a:srcRect b="0" l="0" r="0" t="0"/>
          <a:stretch/>
        </p:blipFill>
        <p:spPr>
          <a:xfrm>
            <a:off x="1639050" y="1483225"/>
            <a:ext cx="5865900" cy="3353700"/>
          </a:xfrm>
          <a:prstGeom prst="rect">
            <a:avLst/>
          </a:prstGeom>
          <a:noFill/>
          <a:ln>
            <a:noFill/>
          </a:ln>
        </p:spPr>
      </p:pic>
      <p:pic>
        <p:nvPicPr>
          <p:cNvPr descr="Green Pace logo" id="279" name="Google Shape;279;p44"/>
          <p:cNvPicPr preferRelativeResize="0"/>
          <p:nvPr/>
        </p:nvPicPr>
        <p:blipFill rotWithShape="1">
          <a:blip r:embed="rId4">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title"/>
          </p:nvPr>
        </p:nvSpPr>
        <p:spPr>
          <a:xfrm>
            <a:off x="1854950" y="59630"/>
            <a:ext cx="6458100" cy="969900"/>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TOOLS</a:t>
            </a:r>
            <a:endParaRPr/>
          </a:p>
        </p:txBody>
      </p:sp>
      <p:pic>
        <p:nvPicPr>
          <p:cNvPr descr="Green Pace logo" id="285" name="Google Shape;285;p45"/>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graphicFrame>
        <p:nvGraphicFramePr>
          <p:cNvPr id="286" name="Google Shape;286;p45"/>
          <p:cNvGraphicFramePr/>
          <p:nvPr/>
        </p:nvGraphicFramePr>
        <p:xfrm>
          <a:off x="64300" y="1054125"/>
          <a:ext cx="3000000" cy="3000000"/>
        </p:xfrm>
        <a:graphic>
          <a:graphicData uri="http://schemas.openxmlformats.org/drawingml/2006/table">
            <a:tbl>
              <a:tblPr>
                <a:noFill/>
                <a:tableStyleId>{6A0025E8-6266-4F68-BC92-D62AD6DC3BDA}</a:tableStyleId>
              </a:tblPr>
              <a:tblGrid>
                <a:gridCol w="2966900"/>
                <a:gridCol w="2966900"/>
              </a:tblGrid>
              <a:tr h="372925">
                <a:tc>
                  <a:txBody>
                    <a:bodyPr/>
                    <a:lstStyle/>
                    <a:p>
                      <a:pPr indent="0" lvl="0" marL="0" rtl="0" algn="ctr">
                        <a:spcBef>
                          <a:spcPts val="0"/>
                        </a:spcBef>
                        <a:spcAft>
                          <a:spcPts val="0"/>
                        </a:spcAft>
                        <a:buNone/>
                      </a:pPr>
                      <a:r>
                        <a:rPr lang="en" sz="1100">
                          <a:solidFill>
                            <a:schemeClr val="lt1"/>
                          </a:solidFill>
                        </a:rPr>
                        <a:t>Stage</a:t>
                      </a:r>
                      <a:endParaRPr sz="1100">
                        <a:solidFill>
                          <a:schemeClr val="lt1"/>
                        </a:solidFill>
                      </a:endParaRPr>
                    </a:p>
                  </a:txBody>
                  <a:tcPr marT="91425" marB="91425" marR="91425" marL="91425"/>
                </a:tc>
                <a:tc>
                  <a:txBody>
                    <a:bodyPr/>
                    <a:lstStyle/>
                    <a:p>
                      <a:pPr indent="0" lvl="0" marL="0" rtl="0" algn="ctr">
                        <a:spcBef>
                          <a:spcPts val="0"/>
                        </a:spcBef>
                        <a:spcAft>
                          <a:spcPts val="0"/>
                        </a:spcAft>
                        <a:buNone/>
                      </a:pPr>
                      <a:r>
                        <a:rPr lang="en" sz="1100">
                          <a:solidFill>
                            <a:schemeClr val="lt1"/>
                          </a:solidFill>
                        </a:rPr>
                        <a:t>Tools</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Plan</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Threat modeling / security requirements</a:t>
                      </a:r>
                      <a:endParaRPr sz="1100">
                        <a:solidFill>
                          <a:schemeClr val="lt1"/>
                        </a:solidFill>
                      </a:endParaRPr>
                    </a:p>
                  </a:txBody>
                  <a:tcPr marT="91425" marB="91425" marR="91425" marL="91425"/>
                </a:tc>
              </a:tr>
              <a:tr h="372925">
                <a:tc>
                  <a:txBody>
                    <a:bodyPr/>
                    <a:lstStyle/>
                    <a:p>
                      <a:pPr indent="0" lvl="0" marL="0" rtl="0" algn="ctr">
                        <a:spcBef>
                          <a:spcPts val="0"/>
                        </a:spcBef>
                        <a:spcAft>
                          <a:spcPts val="0"/>
                        </a:spcAft>
                        <a:buNone/>
                      </a:pPr>
                      <a:r>
                        <a:rPr lang="en" sz="1100">
                          <a:solidFill>
                            <a:schemeClr val="lt1"/>
                          </a:solidFill>
                        </a:rPr>
                        <a:t>Create</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Compiler warnings, IDE security plugins</a:t>
                      </a:r>
                      <a:endParaRPr sz="1100">
                        <a:solidFill>
                          <a:schemeClr val="lt1"/>
                        </a:solidFill>
                      </a:endParaRPr>
                    </a:p>
                  </a:txBody>
                  <a:tcPr marT="91425" marB="91425" marR="91425" marL="91425"/>
                </a:tc>
              </a:tr>
              <a:tr h="372925">
                <a:tc>
                  <a:txBody>
                    <a:bodyPr/>
                    <a:lstStyle/>
                    <a:p>
                      <a:pPr indent="0" lvl="0" marL="0" rtl="0" algn="ctr">
                        <a:spcBef>
                          <a:spcPts val="0"/>
                        </a:spcBef>
                        <a:spcAft>
                          <a:spcPts val="0"/>
                        </a:spcAft>
                        <a:buNone/>
                      </a:pPr>
                      <a:r>
                        <a:rPr lang="en" sz="1100">
                          <a:solidFill>
                            <a:schemeClr val="lt1"/>
                          </a:solidFill>
                        </a:rPr>
                        <a:t>Verify</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SAST, SCA, DAST</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Pre-Production</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Fuzzing, integration testing</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Release</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Software signing</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Prevent</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Integrity verification</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Detect</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Monitoring, RASP, penetration testing</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Respond</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WAF, security orchestration</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Predict</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Vulnerability correlation / threat intelligence</a:t>
                      </a:r>
                      <a:endParaRPr sz="1100">
                        <a:solidFill>
                          <a:schemeClr val="lt1"/>
                        </a:solidFill>
                      </a:endParaRPr>
                    </a:p>
                  </a:txBody>
                  <a:tcPr marT="91425" marB="91425" marR="91425" marL="91425"/>
                </a:tc>
              </a:tr>
              <a:tr h="339475">
                <a:tc>
                  <a:txBody>
                    <a:bodyPr/>
                    <a:lstStyle/>
                    <a:p>
                      <a:pPr indent="0" lvl="0" marL="0" rtl="0" algn="ctr">
                        <a:spcBef>
                          <a:spcPts val="0"/>
                        </a:spcBef>
                        <a:spcAft>
                          <a:spcPts val="0"/>
                        </a:spcAft>
                        <a:buNone/>
                      </a:pPr>
                      <a:r>
                        <a:rPr lang="en" sz="1100">
                          <a:solidFill>
                            <a:schemeClr val="lt1"/>
                          </a:solidFill>
                        </a:rPr>
                        <a:t>Adapt</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Security debt and incident-response updates</a:t>
                      </a:r>
                      <a:endParaRPr sz="1100">
                        <a:solidFill>
                          <a:schemeClr val="lt1"/>
                        </a:solidFill>
                      </a:endParaRPr>
                    </a:p>
                  </a:txBody>
                  <a:tcPr marT="91425" marB="91425" marR="91425" marL="91425"/>
                </a:tc>
              </a:tr>
            </a:tbl>
          </a:graphicData>
        </a:graphic>
      </p:graphicFrame>
      <p:sp>
        <p:nvSpPr>
          <p:cNvPr id="287" name="Google Shape;287;p45"/>
          <p:cNvSpPr txBox="1"/>
          <p:nvPr/>
        </p:nvSpPr>
        <p:spPr>
          <a:xfrm>
            <a:off x="6070525" y="1054125"/>
            <a:ext cx="2990400" cy="28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Century Gothic"/>
                <a:ea typeface="Century Gothic"/>
                <a:cs typeface="Century Gothic"/>
                <a:sym typeface="Century Gothic"/>
              </a:rPr>
              <a:t>Examples of automated C++ analysis:</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Axivion Suite</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CodeSonar</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Helix QAC</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Parasoft C/C++test</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Polyspace Bug Finder</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Clang</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PVS-Studio</a:t>
            </a:r>
            <a:endParaRPr sz="1500">
              <a:solidFill>
                <a:schemeClr val="lt1"/>
              </a:solidFill>
              <a:latin typeface="Century Gothic"/>
              <a:ea typeface="Century Gothic"/>
              <a:cs typeface="Century Gothic"/>
              <a:sym typeface="Century Gothic"/>
            </a:endParaRPr>
          </a:p>
          <a:p>
            <a:pPr indent="-323850" lvl="0" marL="457200" rtl="0" algn="l">
              <a:spcBef>
                <a:spcPts val="0"/>
              </a:spcBef>
              <a:spcAft>
                <a:spcPts val="0"/>
              </a:spcAft>
              <a:buClr>
                <a:schemeClr val="lt1"/>
              </a:buClr>
              <a:buSzPts val="1500"/>
              <a:buFont typeface="Century Gothic"/>
              <a:buChar char="●"/>
            </a:pPr>
            <a:r>
              <a:rPr lang="en" sz="1500">
                <a:solidFill>
                  <a:schemeClr val="lt1"/>
                </a:solidFill>
                <a:latin typeface="Century Gothic"/>
                <a:ea typeface="Century Gothic"/>
                <a:cs typeface="Century Gothic"/>
                <a:sym typeface="Century Gothic"/>
              </a:rPr>
              <a:t>Klocwork</a:t>
            </a:r>
            <a:endParaRPr sz="150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6"/>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RISKS AND BENEFITS</a:t>
            </a:r>
            <a:endParaRPr/>
          </a:p>
        </p:txBody>
      </p:sp>
      <p:sp>
        <p:nvSpPr>
          <p:cNvPr id="293" name="Google Shape;293;p46"/>
          <p:cNvSpPr txBox="1"/>
          <p:nvPr>
            <p:ph idx="1" type="body"/>
          </p:nvPr>
        </p:nvSpPr>
        <p:spPr>
          <a:xfrm>
            <a:off x="217000" y="1358100"/>
            <a:ext cx="8509200" cy="3785400"/>
          </a:xfrm>
          <a:prstGeom prst="rect">
            <a:avLst/>
          </a:prstGeom>
          <a:noFill/>
          <a:ln>
            <a:noFill/>
          </a:ln>
        </p:spPr>
        <p:txBody>
          <a:bodyPr anchorCtr="0" anchor="t" bIns="34275" lIns="68575" spcFirstLastPara="1" rIns="68575" wrap="square" tIns="34275">
            <a:noAutofit/>
          </a:bodyPr>
          <a:lstStyle/>
          <a:p>
            <a:pPr indent="0" lvl="0" marL="0" rtl="0" algn="l">
              <a:lnSpc>
                <a:spcPct val="70000"/>
              </a:lnSpc>
              <a:spcBef>
                <a:spcPts val="0"/>
              </a:spcBef>
              <a:spcAft>
                <a:spcPts val="0"/>
              </a:spcAft>
              <a:buSzPts val="770"/>
              <a:buNone/>
            </a:pPr>
            <a:r>
              <a:rPr lang="en" sz="1450"/>
              <a:t>Benefits of Acting Now:</a:t>
            </a:r>
            <a:endParaRPr sz="1450"/>
          </a:p>
          <a:p>
            <a:pPr indent="-168275" lvl="0" marL="177800" rtl="0" algn="l">
              <a:lnSpc>
                <a:spcPct val="70000"/>
              </a:lnSpc>
              <a:spcBef>
                <a:spcPts val="0"/>
              </a:spcBef>
              <a:spcAft>
                <a:spcPts val="0"/>
              </a:spcAft>
              <a:buClr>
                <a:schemeClr val="lt1"/>
              </a:buClr>
              <a:buSzPts val="1450"/>
              <a:buChar char="•"/>
            </a:pPr>
            <a:r>
              <a:rPr lang="en" sz="1450"/>
              <a:t>Reduces vulnerabilities earlier in development</a:t>
            </a:r>
            <a:endParaRPr sz="1450"/>
          </a:p>
          <a:p>
            <a:pPr indent="-168275" lvl="0" marL="177800" rtl="0" algn="l">
              <a:lnSpc>
                <a:spcPct val="70000"/>
              </a:lnSpc>
              <a:spcBef>
                <a:spcPts val="0"/>
              </a:spcBef>
              <a:spcAft>
                <a:spcPts val="0"/>
              </a:spcAft>
              <a:buClr>
                <a:schemeClr val="lt1"/>
              </a:buClr>
              <a:buSzPts val="1450"/>
              <a:buChar char="•"/>
            </a:pPr>
            <a:r>
              <a:rPr lang="en" sz="1450"/>
              <a:t>Lower remediation cost when defects are found early</a:t>
            </a:r>
            <a:endParaRPr sz="1450"/>
          </a:p>
          <a:p>
            <a:pPr indent="-168275" lvl="0" marL="177800" rtl="0" algn="l">
              <a:lnSpc>
                <a:spcPct val="70000"/>
              </a:lnSpc>
              <a:spcBef>
                <a:spcPts val="0"/>
              </a:spcBef>
              <a:spcAft>
                <a:spcPts val="0"/>
              </a:spcAft>
              <a:buClr>
                <a:schemeClr val="lt1"/>
              </a:buClr>
              <a:buSzPts val="1450"/>
              <a:buChar char="•"/>
            </a:pPr>
            <a:r>
              <a:rPr lang="en" sz="1450"/>
              <a:t>Consistent security practices</a:t>
            </a:r>
            <a:endParaRPr sz="1450"/>
          </a:p>
          <a:p>
            <a:pPr indent="-168275" lvl="0" marL="177800" rtl="0" algn="l">
              <a:lnSpc>
                <a:spcPct val="70000"/>
              </a:lnSpc>
              <a:spcBef>
                <a:spcPts val="0"/>
              </a:spcBef>
              <a:spcAft>
                <a:spcPts val="0"/>
              </a:spcAft>
              <a:buClr>
                <a:schemeClr val="lt1"/>
              </a:buClr>
              <a:buSzPts val="1450"/>
              <a:buChar char="•"/>
            </a:pPr>
            <a:r>
              <a:rPr lang="en" sz="1450"/>
              <a:t>Faster security audits</a:t>
            </a:r>
            <a:endParaRPr sz="1450"/>
          </a:p>
          <a:p>
            <a:pPr indent="-168275" lvl="0" marL="177800" rtl="0" algn="l">
              <a:lnSpc>
                <a:spcPct val="70000"/>
              </a:lnSpc>
              <a:spcBef>
                <a:spcPts val="0"/>
              </a:spcBef>
              <a:spcAft>
                <a:spcPts val="0"/>
              </a:spcAft>
              <a:buClr>
                <a:schemeClr val="lt1"/>
              </a:buClr>
              <a:buSzPts val="1450"/>
              <a:buChar char="•"/>
            </a:pPr>
            <a:r>
              <a:rPr lang="en" sz="1450"/>
              <a:t>Continuous compliance</a:t>
            </a:r>
            <a:endParaRPr sz="1450"/>
          </a:p>
          <a:p>
            <a:pPr indent="-168275" lvl="0" marL="177800" rtl="0" algn="l">
              <a:lnSpc>
                <a:spcPct val="70000"/>
              </a:lnSpc>
              <a:spcBef>
                <a:spcPts val="0"/>
              </a:spcBef>
              <a:spcAft>
                <a:spcPts val="0"/>
              </a:spcAft>
              <a:buClr>
                <a:schemeClr val="lt1"/>
              </a:buClr>
              <a:buSzPts val="1450"/>
              <a:buChar char="•"/>
            </a:pPr>
            <a:r>
              <a:rPr lang="en" sz="1450"/>
              <a:t>Automated detection</a:t>
            </a:r>
            <a:endParaRPr sz="1450"/>
          </a:p>
          <a:p>
            <a:pPr indent="-168275" lvl="0" marL="177800" rtl="0" algn="l">
              <a:lnSpc>
                <a:spcPct val="70000"/>
              </a:lnSpc>
              <a:spcBef>
                <a:spcPts val="0"/>
              </a:spcBef>
              <a:spcAft>
                <a:spcPts val="0"/>
              </a:spcAft>
              <a:buClr>
                <a:schemeClr val="lt1"/>
              </a:buClr>
              <a:buSzPts val="1450"/>
              <a:buChar char="•"/>
            </a:pPr>
            <a:r>
              <a:rPr lang="en" sz="1450"/>
              <a:t>Improved incident response</a:t>
            </a:r>
            <a:endParaRPr sz="1450"/>
          </a:p>
          <a:p>
            <a:pPr indent="-168275" lvl="0" marL="177800" rtl="0" algn="l">
              <a:lnSpc>
                <a:spcPct val="70000"/>
              </a:lnSpc>
              <a:spcBef>
                <a:spcPts val="0"/>
              </a:spcBef>
              <a:spcAft>
                <a:spcPts val="0"/>
              </a:spcAft>
              <a:buClr>
                <a:schemeClr val="lt1"/>
              </a:buClr>
              <a:buSzPts val="1450"/>
              <a:buChar char="•"/>
            </a:pPr>
            <a:r>
              <a:rPr lang="en" sz="1450"/>
              <a:t>Stronger defense in depth</a:t>
            </a:r>
            <a:endParaRPr sz="1450"/>
          </a:p>
          <a:p>
            <a:pPr indent="0" lvl="0" marL="0" rtl="0" algn="l">
              <a:lnSpc>
                <a:spcPct val="70000"/>
              </a:lnSpc>
              <a:spcBef>
                <a:spcPts val="0"/>
              </a:spcBef>
              <a:spcAft>
                <a:spcPts val="0"/>
              </a:spcAft>
              <a:buSzPts val="770"/>
              <a:buNone/>
            </a:pPr>
            <a:r>
              <a:t/>
            </a:r>
            <a:endParaRPr sz="1450"/>
          </a:p>
          <a:p>
            <a:pPr indent="0" lvl="0" marL="0" rtl="0" algn="l">
              <a:lnSpc>
                <a:spcPct val="70000"/>
              </a:lnSpc>
              <a:spcBef>
                <a:spcPts val="0"/>
              </a:spcBef>
              <a:spcAft>
                <a:spcPts val="0"/>
              </a:spcAft>
              <a:buSzPts val="770"/>
              <a:buNone/>
            </a:pPr>
            <a:r>
              <a:rPr lang="en" sz="1450"/>
              <a:t>Risks of Waiting:</a:t>
            </a:r>
            <a:endParaRPr sz="1450"/>
          </a:p>
          <a:p>
            <a:pPr indent="-168275" lvl="0" marL="177800" rtl="0" algn="l">
              <a:lnSpc>
                <a:spcPct val="70000"/>
              </a:lnSpc>
              <a:spcBef>
                <a:spcPts val="0"/>
              </a:spcBef>
              <a:spcAft>
                <a:spcPts val="0"/>
              </a:spcAft>
              <a:buClr>
                <a:schemeClr val="lt1"/>
              </a:buClr>
              <a:buSzPts val="1450"/>
              <a:buChar char="•"/>
            </a:pPr>
            <a:r>
              <a:rPr lang="en" sz="1450"/>
              <a:t>Vulnerabilities reach production</a:t>
            </a:r>
            <a:endParaRPr sz="1450"/>
          </a:p>
          <a:p>
            <a:pPr indent="-168275" lvl="0" marL="177800" rtl="0" algn="l">
              <a:lnSpc>
                <a:spcPct val="70000"/>
              </a:lnSpc>
              <a:spcBef>
                <a:spcPts val="0"/>
              </a:spcBef>
              <a:spcAft>
                <a:spcPts val="0"/>
              </a:spcAft>
              <a:buClr>
                <a:schemeClr val="lt1"/>
              </a:buClr>
              <a:buSzPts val="1450"/>
              <a:buChar char="•"/>
            </a:pPr>
            <a:r>
              <a:rPr lang="en" sz="1450"/>
              <a:t>Higher remediation costs</a:t>
            </a:r>
            <a:endParaRPr sz="1450"/>
          </a:p>
          <a:p>
            <a:pPr indent="-168275" lvl="0" marL="177800" rtl="0" algn="l">
              <a:lnSpc>
                <a:spcPct val="70000"/>
              </a:lnSpc>
              <a:spcBef>
                <a:spcPts val="0"/>
              </a:spcBef>
              <a:spcAft>
                <a:spcPts val="0"/>
              </a:spcAft>
              <a:buClr>
                <a:schemeClr val="lt1"/>
              </a:buClr>
              <a:buSzPts val="1450"/>
              <a:buChar char="•"/>
            </a:pPr>
            <a:r>
              <a:rPr lang="en" sz="1450"/>
              <a:t>Increased attack surface</a:t>
            </a:r>
            <a:endParaRPr sz="1450"/>
          </a:p>
          <a:p>
            <a:pPr indent="-168275" lvl="0" marL="177800" rtl="0" algn="l">
              <a:lnSpc>
                <a:spcPct val="70000"/>
              </a:lnSpc>
              <a:spcBef>
                <a:spcPts val="0"/>
              </a:spcBef>
              <a:spcAft>
                <a:spcPts val="0"/>
              </a:spcAft>
              <a:buClr>
                <a:schemeClr val="lt1"/>
              </a:buClr>
              <a:buSzPts val="1450"/>
              <a:buChar char="•"/>
            </a:pPr>
            <a:r>
              <a:rPr lang="en" sz="1450"/>
              <a:t>Security debt accumulates</a:t>
            </a:r>
            <a:endParaRPr sz="1450"/>
          </a:p>
          <a:p>
            <a:pPr indent="-168275" lvl="0" marL="177800" rtl="0" algn="l">
              <a:lnSpc>
                <a:spcPct val="70000"/>
              </a:lnSpc>
              <a:spcBef>
                <a:spcPts val="0"/>
              </a:spcBef>
              <a:spcAft>
                <a:spcPts val="0"/>
              </a:spcAft>
              <a:buClr>
                <a:schemeClr val="lt1"/>
              </a:buClr>
              <a:buSzPts val="1450"/>
              <a:buChar char="•"/>
            </a:pPr>
            <a:r>
              <a:rPr lang="en" sz="1450"/>
              <a:t>More difficult compliance audits</a:t>
            </a:r>
            <a:endParaRPr sz="1450"/>
          </a:p>
          <a:p>
            <a:pPr indent="-168275" lvl="0" marL="177800" rtl="0" algn="l">
              <a:lnSpc>
                <a:spcPct val="70000"/>
              </a:lnSpc>
              <a:spcBef>
                <a:spcPts val="0"/>
              </a:spcBef>
              <a:spcAft>
                <a:spcPts val="0"/>
              </a:spcAft>
              <a:buClr>
                <a:schemeClr val="lt1"/>
              </a:buClr>
              <a:buSzPts val="1450"/>
              <a:buChar char="•"/>
            </a:pPr>
            <a:r>
              <a:rPr lang="en" sz="1450"/>
              <a:t>Greater potential for data compromise</a:t>
            </a:r>
            <a:endParaRPr sz="1450"/>
          </a:p>
          <a:p>
            <a:pPr indent="0" lvl="0" marL="0" rtl="0" algn="l">
              <a:lnSpc>
                <a:spcPct val="70000"/>
              </a:lnSpc>
              <a:spcBef>
                <a:spcPts val="0"/>
              </a:spcBef>
              <a:spcAft>
                <a:spcPts val="0"/>
              </a:spcAft>
              <a:buSzPts val="770"/>
              <a:buNone/>
            </a:pPr>
            <a:r>
              <a:t/>
            </a:r>
            <a:endParaRPr sz="1450"/>
          </a:p>
          <a:p>
            <a:pPr indent="0" lvl="0" marL="0" rtl="0" algn="l">
              <a:lnSpc>
                <a:spcPct val="70000"/>
              </a:lnSpc>
              <a:spcBef>
                <a:spcPts val="0"/>
              </a:spcBef>
              <a:spcAft>
                <a:spcPts val="0"/>
              </a:spcAft>
              <a:buSzPts val="770"/>
              <a:buNone/>
            </a:pPr>
            <a:r>
              <a:rPr lang="en" sz="1450"/>
              <a:t>Strategy Limitations:</a:t>
            </a:r>
            <a:endParaRPr sz="1450"/>
          </a:p>
          <a:p>
            <a:pPr indent="-168275" lvl="0" marL="177800" rtl="0" algn="l">
              <a:lnSpc>
                <a:spcPct val="70000"/>
              </a:lnSpc>
              <a:spcBef>
                <a:spcPts val="0"/>
              </a:spcBef>
              <a:spcAft>
                <a:spcPts val="0"/>
              </a:spcAft>
              <a:buClr>
                <a:schemeClr val="lt1"/>
              </a:buClr>
              <a:buSzPts val="1450"/>
              <a:buChar char="•"/>
            </a:pPr>
            <a:r>
              <a:rPr lang="en" sz="1450"/>
              <a:t>Automated tools cannot detect every vulnerability</a:t>
            </a:r>
            <a:endParaRPr sz="1450"/>
          </a:p>
          <a:p>
            <a:pPr indent="-168275" lvl="0" marL="177800" rtl="0" algn="l">
              <a:lnSpc>
                <a:spcPct val="70000"/>
              </a:lnSpc>
              <a:spcBef>
                <a:spcPts val="0"/>
              </a:spcBef>
              <a:spcAft>
                <a:spcPts val="0"/>
              </a:spcAft>
              <a:buClr>
                <a:schemeClr val="lt1"/>
              </a:buClr>
              <a:buSzPts val="1450"/>
              <a:buChar char="•"/>
            </a:pPr>
            <a:r>
              <a:rPr lang="en" sz="1450"/>
              <a:t>False positives require review</a:t>
            </a:r>
            <a:endParaRPr sz="1450"/>
          </a:p>
          <a:p>
            <a:pPr indent="-168275" lvl="0" marL="177800" rtl="0" algn="l">
              <a:lnSpc>
                <a:spcPct val="70000"/>
              </a:lnSpc>
              <a:spcBef>
                <a:spcPts val="0"/>
              </a:spcBef>
              <a:spcAft>
                <a:spcPts val="0"/>
              </a:spcAft>
              <a:buClr>
                <a:schemeClr val="lt1"/>
              </a:buClr>
              <a:buSzPts val="1450"/>
              <a:buChar char="•"/>
            </a:pPr>
            <a:r>
              <a:rPr lang="en" sz="1450"/>
              <a:t>Security tools require maintenance</a:t>
            </a:r>
            <a:endParaRPr sz="1450"/>
          </a:p>
          <a:p>
            <a:pPr indent="-168275" lvl="0" marL="177800" rtl="0" algn="l">
              <a:lnSpc>
                <a:spcPct val="70000"/>
              </a:lnSpc>
              <a:spcBef>
                <a:spcPts val="0"/>
              </a:spcBef>
              <a:spcAft>
                <a:spcPts val="0"/>
              </a:spcAft>
              <a:buClr>
                <a:schemeClr val="lt1"/>
              </a:buClr>
              <a:buSzPts val="1450"/>
              <a:buChar char="•"/>
            </a:pPr>
            <a:r>
              <a:rPr lang="en" sz="1450"/>
              <a:t>Developers need security training</a:t>
            </a:r>
            <a:endParaRPr sz="1450"/>
          </a:p>
          <a:p>
            <a:pPr indent="-168275" lvl="0" marL="177800" rtl="0" algn="l">
              <a:lnSpc>
                <a:spcPct val="70000"/>
              </a:lnSpc>
              <a:spcBef>
                <a:spcPts val="0"/>
              </a:spcBef>
              <a:spcAft>
                <a:spcPts val="0"/>
              </a:spcAft>
              <a:buClr>
                <a:schemeClr val="lt1"/>
              </a:buClr>
              <a:buSzPts val="1450"/>
              <a:buChar char="•"/>
            </a:pPr>
            <a:r>
              <a:rPr lang="en" sz="1450"/>
              <a:t>Runtime monitoring remains necessary</a:t>
            </a:r>
            <a:endParaRPr sz="1450"/>
          </a:p>
        </p:txBody>
      </p:sp>
      <p:pic>
        <p:nvPicPr>
          <p:cNvPr descr="Green Pace logo" id="294" name="Google Shape;294;p46"/>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7"/>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RECOMMENDATIONS</a:t>
            </a:r>
            <a:endParaRPr/>
          </a:p>
        </p:txBody>
      </p:sp>
      <p:sp>
        <p:nvSpPr>
          <p:cNvPr id="300" name="Google Shape;300;p47"/>
          <p:cNvSpPr txBox="1"/>
          <p:nvPr>
            <p:ph idx="1" type="body"/>
          </p:nvPr>
        </p:nvSpPr>
        <p:spPr>
          <a:xfrm>
            <a:off x="514350" y="1645920"/>
            <a:ext cx="8115300" cy="301809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None/>
            </a:pPr>
            <a:r>
              <a:rPr lang="en" sz="1800"/>
              <a:t>Recommended Improvements:</a:t>
            </a:r>
            <a:endParaRPr sz="1800"/>
          </a:p>
          <a:p>
            <a:pPr indent="-260350" lvl="0" marL="342900" rtl="0" algn="l">
              <a:lnSpc>
                <a:spcPct val="90000"/>
              </a:lnSpc>
              <a:spcBef>
                <a:spcPts val="0"/>
              </a:spcBef>
              <a:spcAft>
                <a:spcPts val="0"/>
              </a:spcAft>
              <a:buClr>
                <a:schemeClr val="lt1"/>
              </a:buClr>
              <a:buSzPts val="1500"/>
              <a:buChar char="•"/>
            </a:pPr>
            <a:r>
              <a:rPr lang="en" sz="1500"/>
              <a:t>Integrate automated CERT C++ checks into CI/CD</a:t>
            </a:r>
            <a:endParaRPr sz="1500"/>
          </a:p>
          <a:p>
            <a:pPr indent="-260350" lvl="0" marL="342900" rtl="0" algn="l">
              <a:lnSpc>
                <a:spcPct val="90000"/>
              </a:lnSpc>
              <a:spcBef>
                <a:spcPts val="0"/>
              </a:spcBef>
              <a:spcAft>
                <a:spcPts val="0"/>
              </a:spcAft>
              <a:buClr>
                <a:schemeClr val="lt1"/>
              </a:buClr>
              <a:buSzPts val="1500"/>
              <a:buChar char="•"/>
            </a:pPr>
            <a:r>
              <a:rPr lang="en" sz="1500"/>
              <a:t>Establish security gates for high-priority findings</a:t>
            </a:r>
            <a:endParaRPr sz="1500"/>
          </a:p>
          <a:p>
            <a:pPr indent="-260350" lvl="0" marL="342900" rtl="0" algn="l">
              <a:lnSpc>
                <a:spcPct val="90000"/>
              </a:lnSpc>
              <a:spcBef>
                <a:spcPts val="0"/>
              </a:spcBef>
              <a:spcAft>
                <a:spcPts val="0"/>
              </a:spcAft>
              <a:buClr>
                <a:schemeClr val="lt1"/>
              </a:buClr>
              <a:buSzPts val="1500"/>
              <a:buChar char="•"/>
            </a:pPr>
            <a:r>
              <a:rPr lang="en" sz="1500"/>
              <a:t>Require threat modeling for new applications</a:t>
            </a:r>
            <a:endParaRPr sz="1500"/>
          </a:p>
          <a:p>
            <a:pPr indent="-260350" lvl="0" marL="342900" rtl="0" algn="l">
              <a:lnSpc>
                <a:spcPct val="90000"/>
              </a:lnSpc>
              <a:spcBef>
                <a:spcPts val="0"/>
              </a:spcBef>
              <a:spcAft>
                <a:spcPts val="0"/>
              </a:spcAft>
              <a:buClr>
                <a:schemeClr val="lt1"/>
              </a:buClr>
              <a:buSzPts val="1500"/>
              <a:buChar char="•"/>
            </a:pPr>
            <a:r>
              <a:rPr lang="en" sz="1500"/>
              <a:t>Require security testing before production release</a:t>
            </a:r>
            <a:endParaRPr sz="1500"/>
          </a:p>
          <a:p>
            <a:pPr indent="-260350" lvl="0" marL="342900" rtl="0" algn="l">
              <a:lnSpc>
                <a:spcPct val="90000"/>
              </a:lnSpc>
              <a:spcBef>
                <a:spcPts val="0"/>
              </a:spcBef>
              <a:spcAft>
                <a:spcPts val="0"/>
              </a:spcAft>
              <a:buClr>
                <a:schemeClr val="lt1"/>
              </a:buClr>
              <a:buSzPts val="1500"/>
              <a:buChar char="•"/>
            </a:pPr>
            <a:r>
              <a:rPr lang="en" sz="1500"/>
              <a:t>Establish formal security exception procedures</a:t>
            </a:r>
            <a:endParaRPr sz="1500"/>
          </a:p>
          <a:p>
            <a:pPr indent="-260350" lvl="0" marL="342900" rtl="0" algn="l">
              <a:lnSpc>
                <a:spcPct val="90000"/>
              </a:lnSpc>
              <a:spcBef>
                <a:spcPts val="0"/>
              </a:spcBef>
              <a:spcAft>
                <a:spcPts val="0"/>
              </a:spcAft>
              <a:buClr>
                <a:schemeClr val="lt1"/>
              </a:buClr>
              <a:buSzPts val="1500"/>
              <a:buChar char="•"/>
            </a:pPr>
            <a:r>
              <a:rPr lang="en" sz="1500"/>
              <a:t>Continuously monitor technical security debt</a:t>
            </a:r>
            <a:endParaRPr sz="1500"/>
          </a:p>
          <a:p>
            <a:pPr indent="-260350" lvl="0" marL="342900" rtl="0" algn="l">
              <a:lnSpc>
                <a:spcPct val="90000"/>
              </a:lnSpc>
              <a:spcBef>
                <a:spcPts val="0"/>
              </a:spcBef>
              <a:spcAft>
                <a:spcPts val="0"/>
              </a:spcAft>
              <a:buClr>
                <a:schemeClr val="lt1"/>
              </a:buClr>
              <a:buSzPts val="1500"/>
              <a:buChar char="•"/>
            </a:pPr>
            <a:r>
              <a:rPr lang="en" sz="1500"/>
              <a:t>Require regular developer security training</a:t>
            </a:r>
            <a:endParaRPr sz="1500"/>
          </a:p>
          <a:p>
            <a:pPr indent="-260350" lvl="0" marL="342900" rtl="0" algn="l">
              <a:lnSpc>
                <a:spcPct val="90000"/>
              </a:lnSpc>
              <a:spcBef>
                <a:spcPts val="0"/>
              </a:spcBef>
              <a:spcAft>
                <a:spcPts val="0"/>
              </a:spcAft>
              <a:buClr>
                <a:schemeClr val="lt1"/>
              </a:buClr>
              <a:buSzPts val="1500"/>
              <a:buChar char="•"/>
            </a:pPr>
            <a:r>
              <a:rPr lang="en" sz="1500"/>
              <a:t>Periodically review and update the coding standards</a:t>
            </a:r>
            <a:endParaRPr sz="1500"/>
          </a:p>
          <a:p>
            <a:pPr indent="-260350" lvl="0" marL="342900" rtl="0" algn="l">
              <a:lnSpc>
                <a:spcPct val="90000"/>
              </a:lnSpc>
              <a:spcBef>
                <a:spcPts val="0"/>
              </a:spcBef>
              <a:spcAft>
                <a:spcPts val="0"/>
              </a:spcAft>
              <a:buClr>
                <a:schemeClr val="lt1"/>
              </a:buClr>
              <a:buSzPts val="1500"/>
              <a:buChar char="•"/>
            </a:pPr>
            <a:r>
              <a:rPr lang="en" sz="1500"/>
              <a:t>Expand automated testing and fuzzing</a:t>
            </a:r>
            <a:endParaRPr sz="1500"/>
          </a:p>
          <a:p>
            <a:pPr indent="-260350" lvl="0" marL="342900" rtl="0" algn="l">
              <a:lnSpc>
                <a:spcPct val="90000"/>
              </a:lnSpc>
              <a:spcBef>
                <a:spcPts val="0"/>
              </a:spcBef>
              <a:spcAft>
                <a:spcPts val="0"/>
              </a:spcAft>
              <a:buClr>
                <a:schemeClr val="lt1"/>
              </a:buClr>
              <a:buSzPts val="1500"/>
              <a:buChar char="•"/>
            </a:pPr>
            <a:r>
              <a:rPr lang="en" sz="1500"/>
              <a:t>Integrate existing logs into centralized security monitoring</a:t>
            </a:r>
            <a:endParaRPr sz="1500"/>
          </a:p>
        </p:txBody>
      </p:sp>
      <p:pic>
        <p:nvPicPr>
          <p:cNvPr descr="Green Pace logo" id="301" name="Google Shape;301;p47"/>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8"/>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CONCLUSIONS</a:t>
            </a:r>
            <a:endParaRPr/>
          </a:p>
        </p:txBody>
      </p:sp>
      <p:sp>
        <p:nvSpPr>
          <p:cNvPr id="307" name="Google Shape;307;p48"/>
          <p:cNvSpPr txBox="1"/>
          <p:nvPr>
            <p:ph idx="1" type="body"/>
          </p:nvPr>
        </p:nvSpPr>
        <p:spPr>
          <a:xfrm>
            <a:off x="514350" y="1645920"/>
            <a:ext cx="8115300" cy="3018094"/>
          </a:xfrm>
          <a:prstGeom prst="rect">
            <a:avLst/>
          </a:prstGeom>
          <a:noFill/>
          <a:ln>
            <a:noFill/>
          </a:ln>
        </p:spPr>
        <p:txBody>
          <a:bodyPr anchorCtr="0" anchor="t" bIns="34275" lIns="68575" spcFirstLastPara="1" rIns="68575" wrap="square" tIns="34275">
            <a:normAutofit fontScale="85000" lnSpcReduction="20000"/>
          </a:bodyPr>
          <a:lstStyle/>
          <a:p>
            <a:pPr indent="0" lvl="0" marL="0" rtl="0" algn="l">
              <a:lnSpc>
                <a:spcPct val="90000"/>
              </a:lnSpc>
              <a:spcBef>
                <a:spcPts val="0"/>
              </a:spcBef>
              <a:spcAft>
                <a:spcPts val="0"/>
              </a:spcAft>
              <a:buNone/>
            </a:pPr>
            <a:r>
              <a:rPr lang="en"/>
              <a:t>Green Pace should adopt:</a:t>
            </a:r>
            <a:endParaRPr/>
          </a:p>
          <a:p>
            <a:pPr indent="-167958" lvl="0" marL="177800" rtl="0" algn="l">
              <a:lnSpc>
                <a:spcPct val="90000"/>
              </a:lnSpc>
              <a:spcBef>
                <a:spcPts val="0"/>
              </a:spcBef>
              <a:spcAft>
                <a:spcPts val="0"/>
              </a:spcAft>
              <a:buClr>
                <a:schemeClr val="lt1"/>
              </a:buClr>
              <a:buSzPct val="100000"/>
              <a:buChar char="•"/>
            </a:pPr>
            <a:r>
              <a:rPr lang="en"/>
              <a:t>SEI CERT C++ secure coding standards</a:t>
            </a:r>
            <a:endParaRPr/>
          </a:p>
          <a:p>
            <a:pPr indent="-167958" lvl="0" marL="177800" rtl="0" algn="l">
              <a:lnSpc>
                <a:spcPct val="90000"/>
              </a:lnSpc>
              <a:spcBef>
                <a:spcPts val="0"/>
              </a:spcBef>
              <a:spcAft>
                <a:spcPts val="0"/>
              </a:spcAft>
              <a:buClr>
                <a:schemeClr val="lt1"/>
              </a:buClr>
              <a:buSzPct val="100000"/>
              <a:buChar char="•"/>
            </a:pPr>
            <a:r>
              <a:rPr lang="en"/>
              <a:t>Automated static analysis</a:t>
            </a:r>
            <a:endParaRPr/>
          </a:p>
          <a:p>
            <a:pPr indent="-167958" lvl="0" marL="177800" rtl="0" algn="l">
              <a:lnSpc>
                <a:spcPct val="90000"/>
              </a:lnSpc>
              <a:spcBef>
                <a:spcPts val="0"/>
              </a:spcBef>
              <a:spcAft>
                <a:spcPts val="0"/>
              </a:spcAft>
              <a:buClr>
                <a:schemeClr val="lt1"/>
              </a:buClr>
              <a:buSzPct val="100000"/>
              <a:buChar char="•"/>
            </a:pPr>
            <a:r>
              <a:rPr lang="en"/>
              <a:t>Continuous security testing</a:t>
            </a:r>
            <a:endParaRPr/>
          </a:p>
          <a:p>
            <a:pPr indent="-167958" lvl="0" marL="177800" rtl="0" algn="l">
              <a:lnSpc>
                <a:spcPct val="90000"/>
              </a:lnSpc>
              <a:spcBef>
                <a:spcPts val="0"/>
              </a:spcBef>
              <a:spcAft>
                <a:spcPts val="0"/>
              </a:spcAft>
              <a:buClr>
                <a:schemeClr val="lt1"/>
              </a:buClr>
              <a:buSzPct val="100000"/>
              <a:buChar char="•"/>
            </a:pPr>
            <a:r>
              <a:rPr lang="en"/>
              <a:t>Secure memory management</a:t>
            </a:r>
            <a:endParaRPr/>
          </a:p>
          <a:p>
            <a:pPr indent="-167958" lvl="0" marL="177800" rtl="0" algn="l">
              <a:lnSpc>
                <a:spcPct val="90000"/>
              </a:lnSpc>
              <a:spcBef>
                <a:spcPts val="0"/>
              </a:spcBef>
              <a:spcAft>
                <a:spcPts val="0"/>
              </a:spcAft>
              <a:buClr>
                <a:schemeClr val="lt1"/>
              </a:buClr>
              <a:buSzPct val="100000"/>
              <a:buChar char="•"/>
            </a:pPr>
            <a:r>
              <a:rPr lang="en"/>
              <a:t>Input validation and sanitization</a:t>
            </a:r>
            <a:endParaRPr/>
          </a:p>
          <a:p>
            <a:pPr indent="-167958" lvl="0" marL="177800" rtl="0" algn="l">
              <a:lnSpc>
                <a:spcPct val="90000"/>
              </a:lnSpc>
              <a:spcBef>
                <a:spcPts val="0"/>
              </a:spcBef>
              <a:spcAft>
                <a:spcPts val="0"/>
              </a:spcAft>
              <a:buClr>
                <a:schemeClr val="lt1"/>
              </a:buClr>
              <a:buSzPct val="100000"/>
              <a:buChar char="•"/>
            </a:pPr>
            <a:r>
              <a:rPr lang="en"/>
              <a:t>Parameterized SQL queries</a:t>
            </a:r>
            <a:endParaRPr/>
          </a:p>
          <a:p>
            <a:pPr indent="-167958" lvl="0" marL="177800" rtl="0" algn="l">
              <a:lnSpc>
                <a:spcPct val="90000"/>
              </a:lnSpc>
              <a:spcBef>
                <a:spcPts val="0"/>
              </a:spcBef>
              <a:spcAft>
                <a:spcPts val="0"/>
              </a:spcAft>
              <a:buClr>
                <a:schemeClr val="lt1"/>
              </a:buClr>
              <a:buSzPct val="100000"/>
              <a:buChar char="•"/>
            </a:pPr>
            <a:r>
              <a:rPr lang="en"/>
              <a:t>Secure string handling</a:t>
            </a:r>
            <a:endParaRPr/>
          </a:p>
          <a:p>
            <a:pPr indent="-167958" lvl="0" marL="177800" rtl="0" algn="l">
              <a:lnSpc>
                <a:spcPct val="90000"/>
              </a:lnSpc>
              <a:spcBef>
                <a:spcPts val="0"/>
              </a:spcBef>
              <a:spcAft>
                <a:spcPts val="0"/>
              </a:spcAft>
              <a:buClr>
                <a:schemeClr val="lt1"/>
              </a:buClr>
              <a:buSzPct val="100000"/>
              <a:buChar char="•"/>
            </a:pPr>
            <a:r>
              <a:rPr lang="en"/>
              <a:t>Secure exception and resource management</a:t>
            </a:r>
            <a:endParaRPr/>
          </a:p>
          <a:p>
            <a:pPr indent="-167958" lvl="0" marL="177800" rtl="0" algn="l">
              <a:lnSpc>
                <a:spcPct val="90000"/>
              </a:lnSpc>
              <a:spcBef>
                <a:spcPts val="0"/>
              </a:spcBef>
              <a:spcAft>
                <a:spcPts val="0"/>
              </a:spcAft>
              <a:buClr>
                <a:schemeClr val="lt1"/>
              </a:buClr>
              <a:buSzPct val="100000"/>
              <a:buChar char="•"/>
            </a:pPr>
            <a:r>
              <a:rPr lang="en"/>
              <a:t>Concurrency protections</a:t>
            </a:r>
            <a:endParaRPr/>
          </a:p>
          <a:p>
            <a:pPr indent="-167958" lvl="0" marL="177800" rtl="0" algn="l">
              <a:lnSpc>
                <a:spcPct val="90000"/>
              </a:lnSpc>
              <a:spcBef>
                <a:spcPts val="0"/>
              </a:spcBef>
              <a:spcAft>
                <a:spcPts val="0"/>
              </a:spcAft>
              <a:buClr>
                <a:schemeClr val="lt1"/>
              </a:buClr>
              <a:buSzPct val="100000"/>
              <a:buChar char="•"/>
            </a:pPr>
            <a:r>
              <a:rPr lang="en"/>
              <a:t>Cryptographically appropriate randomness</a:t>
            </a:r>
            <a:endParaRPr/>
          </a:p>
          <a:p>
            <a:pPr indent="-167958" lvl="0" marL="177800" rtl="0" algn="l">
              <a:lnSpc>
                <a:spcPct val="90000"/>
              </a:lnSpc>
              <a:spcBef>
                <a:spcPts val="0"/>
              </a:spcBef>
              <a:spcAft>
                <a:spcPts val="0"/>
              </a:spcAft>
              <a:buClr>
                <a:schemeClr val="lt1"/>
              </a:buClr>
              <a:buSzPct val="100000"/>
              <a:buChar char="•"/>
            </a:pPr>
            <a:r>
              <a:rPr lang="en"/>
              <a:t>Encryption at rest, in flight, and in use</a:t>
            </a:r>
            <a:endParaRPr/>
          </a:p>
          <a:p>
            <a:pPr indent="-167958" lvl="0" marL="177800" rtl="0" algn="l">
              <a:lnSpc>
                <a:spcPct val="90000"/>
              </a:lnSpc>
              <a:spcBef>
                <a:spcPts val="0"/>
              </a:spcBef>
              <a:spcAft>
                <a:spcPts val="0"/>
              </a:spcAft>
              <a:buClr>
                <a:schemeClr val="lt1"/>
              </a:buClr>
              <a:buSzPct val="100000"/>
              <a:buChar char="•"/>
            </a:pPr>
            <a:r>
              <a:rPr lang="en"/>
              <a:t>Authentication, authorization, and accounting</a:t>
            </a:r>
            <a:endParaRPr/>
          </a:p>
          <a:p>
            <a:pPr indent="-167958" lvl="0" marL="177800" rtl="0" algn="l">
              <a:lnSpc>
                <a:spcPct val="90000"/>
              </a:lnSpc>
              <a:spcBef>
                <a:spcPts val="0"/>
              </a:spcBef>
              <a:spcAft>
                <a:spcPts val="0"/>
              </a:spcAft>
              <a:buClr>
                <a:schemeClr val="lt1"/>
              </a:buClr>
              <a:buSzPct val="100000"/>
              <a:buChar char="•"/>
            </a:pPr>
            <a:r>
              <a:rPr lang="en"/>
              <a:t>Continuous monitoring and incident response</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
              <a:t>Result: </a:t>
            </a:r>
            <a:r>
              <a:rPr b="1" lang="en"/>
              <a:t>Security becomes part of the development lifecycle rather than a final-stage activity.</a:t>
            </a:r>
            <a:endParaRPr b="1"/>
          </a:p>
          <a:p>
            <a:pPr indent="-76200" lvl="0" marL="177800" rtl="0" algn="l">
              <a:lnSpc>
                <a:spcPct val="90000"/>
              </a:lnSpc>
              <a:spcBef>
                <a:spcPts val="800"/>
              </a:spcBef>
              <a:spcAft>
                <a:spcPts val="0"/>
              </a:spcAft>
              <a:buClr>
                <a:schemeClr val="lt1"/>
              </a:buClr>
              <a:buSzPct val="100000"/>
              <a:buNone/>
            </a:pPr>
            <a:r>
              <a:t/>
            </a:r>
            <a:endParaRPr/>
          </a:p>
        </p:txBody>
      </p:sp>
      <p:pic>
        <p:nvPicPr>
          <p:cNvPr descr="Green Pace logo" id="308" name="Google Shape;308;p48"/>
          <p:cNvPicPr preferRelativeResize="0"/>
          <p:nvPr/>
        </p:nvPicPr>
        <p:blipFill rotWithShape="1">
          <a:blip r:embed="rId3">
            <a:alphaModFix/>
          </a:blip>
          <a:srcRect b="0" l="0" r="0" t="0"/>
          <a:stretch/>
        </p:blipFill>
        <p:spPr>
          <a:xfrm>
            <a:off x="8313056" y="4080395"/>
            <a:ext cx="664951" cy="8619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9"/>
          <p:cNvSpPr txBox="1"/>
          <p:nvPr>
            <p:ph type="title"/>
          </p:nvPr>
        </p:nvSpPr>
        <p:spPr>
          <a:xfrm>
            <a:off x="2171700" y="573280"/>
            <a:ext cx="6457950" cy="969771"/>
          </a:xfrm>
          <a:prstGeom prst="rect">
            <a:avLst/>
          </a:prstGeom>
          <a:noFill/>
          <a:ln>
            <a:noFill/>
          </a:ln>
        </p:spPr>
        <p:txBody>
          <a:bodyPr anchorCtr="0" anchor="ctr" bIns="34275" lIns="68575" spcFirstLastPara="1" rIns="68575" wrap="square" tIns="34275">
            <a:normAutofit/>
          </a:bodyPr>
          <a:lstStyle/>
          <a:p>
            <a:pPr indent="0" lvl="0" marL="0" rtl="0" algn="r">
              <a:lnSpc>
                <a:spcPct val="90000"/>
              </a:lnSpc>
              <a:spcBef>
                <a:spcPts val="0"/>
              </a:spcBef>
              <a:spcAft>
                <a:spcPts val="0"/>
              </a:spcAft>
              <a:buClr>
                <a:schemeClr val="lt1"/>
              </a:buClr>
              <a:buSzPts val="3000"/>
              <a:buFont typeface="Century Gothic"/>
              <a:buNone/>
            </a:pPr>
            <a:r>
              <a:rPr lang="en"/>
              <a:t>REFERENCES</a:t>
            </a:r>
            <a:endParaRPr/>
          </a:p>
        </p:txBody>
      </p:sp>
      <p:sp>
        <p:nvSpPr>
          <p:cNvPr id="314" name="Google Shape;314;p49"/>
          <p:cNvSpPr txBox="1"/>
          <p:nvPr>
            <p:ph idx="1" type="body"/>
          </p:nvPr>
        </p:nvSpPr>
        <p:spPr>
          <a:xfrm>
            <a:off x="0" y="1645925"/>
            <a:ext cx="8313000" cy="3296400"/>
          </a:xfrm>
          <a:prstGeom prst="rect">
            <a:avLst/>
          </a:prstGeom>
          <a:noFill/>
          <a:ln>
            <a:noFill/>
          </a:ln>
        </p:spPr>
        <p:txBody>
          <a:bodyPr anchorCtr="0" anchor="t" bIns="34275" lIns="68575" spcFirstLastPara="1" rIns="68575" wrap="square" tIns="34275">
            <a:normAutofit fontScale="85000" lnSpcReduction="10000"/>
          </a:bodyPr>
          <a:lstStyle/>
          <a:p>
            <a:pPr indent="0" lvl="0" marL="342900" rtl="0" algn="l">
              <a:lnSpc>
                <a:spcPct val="90000"/>
              </a:lnSpc>
              <a:spcBef>
                <a:spcPts val="0"/>
              </a:spcBef>
              <a:spcAft>
                <a:spcPts val="0"/>
              </a:spcAft>
              <a:buNone/>
            </a:pPr>
            <a:r>
              <a:rPr lang="en"/>
              <a:t>Carnegie Mellon University Software Engineering Institute. (n.d.). SEI CERT C++ coding standard.</a:t>
            </a:r>
            <a:endParaRPr/>
          </a:p>
          <a:p>
            <a:pPr indent="0" lvl="0" marL="342900" rtl="0" algn="l">
              <a:lnSpc>
                <a:spcPct val="90000"/>
              </a:lnSpc>
              <a:spcBef>
                <a:spcPts val="0"/>
              </a:spcBef>
              <a:spcAft>
                <a:spcPts val="0"/>
              </a:spcAft>
              <a:buNone/>
            </a:pPr>
            <a:r>
              <a:rPr lang="en" u="sng">
                <a:solidFill>
                  <a:schemeClr val="hlink"/>
                </a:solidFill>
                <a:hlinkClick r:id="rId3"/>
              </a:rPr>
              <a:t>https://cmu-sei.github.io/secure-coding-standards/sei-cert-cpp-coding-standard/</a:t>
            </a:r>
            <a:endParaRPr/>
          </a:p>
          <a:p>
            <a:pPr indent="0" lvl="0" marL="342900" rtl="0" algn="l">
              <a:lnSpc>
                <a:spcPct val="90000"/>
              </a:lnSpc>
              <a:spcBef>
                <a:spcPts val="0"/>
              </a:spcBef>
              <a:spcAft>
                <a:spcPts val="0"/>
              </a:spcAft>
              <a:buNone/>
            </a:pPr>
            <a:r>
              <a:t/>
            </a:r>
            <a:endParaRPr/>
          </a:p>
          <a:p>
            <a:pPr indent="0" lvl="0" marL="342900" rtl="0" algn="l">
              <a:lnSpc>
                <a:spcPct val="90000"/>
              </a:lnSpc>
              <a:spcBef>
                <a:spcPts val="0"/>
              </a:spcBef>
              <a:spcAft>
                <a:spcPts val="0"/>
              </a:spcAft>
              <a:buNone/>
            </a:pPr>
            <a:r>
              <a:rPr lang="en"/>
              <a:t>Carnegie Mellon University Software Engineering Institute. (n.d.). STR50-CPP. Guarantee that storage for strings has sufficient space for character data and the null terminator.</a:t>
            </a:r>
            <a:endParaRPr/>
          </a:p>
          <a:p>
            <a:pPr indent="0" lvl="0" marL="342900" rtl="0" algn="l">
              <a:lnSpc>
                <a:spcPct val="90000"/>
              </a:lnSpc>
              <a:spcBef>
                <a:spcPts val="0"/>
              </a:spcBef>
              <a:spcAft>
                <a:spcPts val="0"/>
              </a:spcAft>
              <a:buNone/>
            </a:pPr>
            <a:r>
              <a:rPr lang="en" u="sng">
                <a:solidFill>
                  <a:schemeClr val="hlink"/>
                </a:solidFill>
                <a:hlinkClick r:id="rId4"/>
              </a:rPr>
              <a:t>https://cmu-sei.github.io/secure-coding-standards/sei-cert-cpp-coding-standard/rules/characters-and-strings-str/str50-cpp/</a:t>
            </a:r>
            <a:endParaRPr/>
          </a:p>
          <a:p>
            <a:pPr indent="0" lvl="0" marL="342900" rtl="0" algn="l">
              <a:lnSpc>
                <a:spcPct val="90000"/>
              </a:lnSpc>
              <a:spcBef>
                <a:spcPts val="0"/>
              </a:spcBef>
              <a:spcAft>
                <a:spcPts val="0"/>
              </a:spcAft>
              <a:buNone/>
            </a:pPr>
            <a:r>
              <a:t/>
            </a:r>
            <a:endParaRPr/>
          </a:p>
          <a:p>
            <a:pPr indent="0" lvl="0" marL="342900" rtl="0" algn="l">
              <a:lnSpc>
                <a:spcPct val="90000"/>
              </a:lnSpc>
              <a:spcBef>
                <a:spcPts val="0"/>
              </a:spcBef>
              <a:spcAft>
                <a:spcPts val="0"/>
              </a:spcAft>
              <a:buNone/>
            </a:pPr>
            <a:r>
              <a:rPr lang="en"/>
              <a:t>Carnegie Mellon University Software Engineering Institute. (n.d.). MEM50-CPP. Do not access freed memory.</a:t>
            </a:r>
            <a:endParaRPr/>
          </a:p>
          <a:p>
            <a:pPr indent="0" lvl="0" marL="342900" rtl="0" algn="l">
              <a:lnSpc>
                <a:spcPct val="90000"/>
              </a:lnSpc>
              <a:spcBef>
                <a:spcPts val="0"/>
              </a:spcBef>
              <a:spcAft>
                <a:spcPts val="0"/>
              </a:spcAft>
              <a:buNone/>
            </a:pPr>
            <a:r>
              <a:rPr lang="en" u="sng">
                <a:solidFill>
                  <a:schemeClr val="hlink"/>
                </a:solidFill>
                <a:hlinkClick r:id="rId5"/>
              </a:rPr>
              <a:t>https://cmu-sei.github.io/secure-coding-standards/sei-cert-cpp-coding-standard/rules/memory-management-mem/mem50-cpp/</a:t>
            </a:r>
            <a:endParaRPr/>
          </a:p>
          <a:p>
            <a:pPr indent="0" lvl="0" marL="342900" rtl="0" algn="l">
              <a:lnSpc>
                <a:spcPct val="90000"/>
              </a:lnSpc>
              <a:spcBef>
                <a:spcPts val="0"/>
              </a:spcBef>
              <a:spcAft>
                <a:spcPts val="0"/>
              </a:spcAft>
              <a:buNone/>
            </a:pPr>
            <a:r>
              <a:t/>
            </a:r>
            <a:endParaRPr/>
          </a:p>
          <a:p>
            <a:pPr indent="0" lvl="0" marL="342900" rtl="0" algn="l">
              <a:lnSpc>
                <a:spcPct val="90000"/>
              </a:lnSpc>
              <a:spcBef>
                <a:spcPts val="0"/>
              </a:spcBef>
              <a:spcAft>
                <a:spcPts val="0"/>
              </a:spcAft>
              <a:buNone/>
            </a:pPr>
            <a:r>
              <a:rPr lang="en"/>
              <a:t>Carnegie Mellon University Software Engineering Institute. (n.d.). STR53-CPP. Range-check element access.</a:t>
            </a:r>
            <a:endParaRPr/>
          </a:p>
          <a:p>
            <a:pPr indent="0" lvl="0" marL="342900" rtl="0" algn="l">
              <a:lnSpc>
                <a:spcPct val="90000"/>
              </a:lnSpc>
              <a:spcBef>
                <a:spcPts val="0"/>
              </a:spcBef>
              <a:spcAft>
                <a:spcPts val="0"/>
              </a:spcAft>
              <a:buNone/>
            </a:pPr>
            <a:r>
              <a:rPr lang="en" u="sng">
                <a:solidFill>
                  <a:schemeClr val="hlink"/>
                </a:solidFill>
                <a:hlinkClick r:id="rId6"/>
              </a:rPr>
              <a:t>https://cmu-sei.github.io/secure-coding-standards/sei-cert-cpp-coding-standard/rules/characters-and-strings-str/str53-cpp/</a:t>
            </a:r>
            <a:endParaRPr/>
          </a:p>
        </p:txBody>
      </p:sp>
      <p:pic>
        <p:nvPicPr>
          <p:cNvPr descr="Green Pace logo" id="315" name="Google Shape;315;p49"/>
          <p:cNvPicPr preferRelativeResize="0"/>
          <p:nvPr/>
        </p:nvPicPr>
        <p:blipFill rotWithShape="1">
          <a:blip r:embed="rId7">
            <a:alphaModFix/>
          </a:blip>
          <a:srcRect b="0" l="0" r="0" t="0"/>
          <a:stretch/>
        </p:blipFill>
        <p:spPr>
          <a:xfrm>
            <a:off x="8313056" y="4080395"/>
            <a:ext cx="664951" cy="86191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